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FFC000"/>
    <a:srgbClr val="ED7D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1177F-B5F6-4063-A204-08772D088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32CD20-A1BE-44C1-B73D-024E59309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DA6025-BC4D-4F59-9BA8-3C9117C2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80407F-2D58-4D28-8553-EA510D8D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D4C64F-EFA4-4EE1-921C-3EBECE8A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6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0B6B2-A17C-42F7-AA26-C106E925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3C4042-E77B-465D-BDBE-E7D1AC740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6FDD37-1458-4DAC-8684-C04D2CBC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84D32-600E-4491-BCC6-AD96BFDE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4C321-8078-402A-9B61-40926122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67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7C49F-5EEC-4FA7-BE67-3B29D5F3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453D1B-22BB-4E0E-B477-DB904C6F9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2697B-4F47-4D02-BA94-93832F55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B73EDB-AD70-4EE9-9093-454BBEE5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EB560B-D664-4CD8-AA87-811C5EDD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706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C256B-0B97-48D7-81A3-D517A058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4EAC39-792B-4199-8519-462B6D2C6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2F3D65-C7E0-4B86-99B4-13024F9F1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CCFEB3-932C-4377-AE4C-D92149D2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813517-7BBA-49FB-A20C-4E7594D5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B1970B-6CA5-4230-BE0A-6704DC0F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36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2F623-90CB-423A-B1C7-D855AAE5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CEC0A-858D-483B-BA6A-E250DE062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DD4D02-6361-4BF8-99C1-EE885C607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861385-5F33-4E5E-A597-3CDF5CBB0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656338-0DD1-42C2-A69E-D75F20897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3EEFE6-692C-49F0-8FF2-FEF15F57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CBFD70-CB1F-4013-9D00-1C4FCCE5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DABBF8-5051-47EA-A1EC-F325BD96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51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010F3-1175-4C94-BDF9-06E976A1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8C1DC5-33B6-4110-9BC0-A6A805178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95B586-E055-47D2-8C74-21109BAD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D92B27-B706-4865-B058-ED060259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8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A24F05-3E06-4672-A5A1-B2EF0B09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E8D662-F14A-4263-9CFB-A173DCE1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227C3C-4FE1-42E1-B3F2-26EBF22D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78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04A55-B457-419C-952B-27DEA87BF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04E63F-C5A2-41A1-8326-97AF1517D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BC0D3D-10AD-4A0E-9705-CB369B8D4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2D9696-9A89-4E67-81D6-2D20D3F93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4CCC5-7BBB-4AFD-B3C9-8EB8B10D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FCA828-C0E0-47D7-AF9D-BCA1D8A2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95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B9AA7-89FF-4FBB-AE83-A941DD8E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645DAB-C532-4656-9A05-43568B019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EA0066-276B-4B00-9AA1-0F075866D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97A70B-758A-4CCF-87EE-658739E62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69D2EB-1FE6-4A98-A59F-1ED53C56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966E7C-0FEE-4D51-ACF9-7516202F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45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25EF7-2DB2-417C-87FD-E5645713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7D7031-40B6-4C5A-9DF9-96CCD9AAE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E4C861-92C2-472E-87D8-B25DED5D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85103D-F090-4BE8-87C8-97265E57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572C9-5D60-4862-BF12-CD34DF0C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05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CF582C3-7ACA-4CF3-8F73-C1F1EB3AA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91ECEA-4D86-4C41-A0E3-C1AB08C42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807860-E87A-470A-B76D-1F2BCEBB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B7DC5F-A4AC-4869-A674-B37CFC52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43505-70FC-4038-B656-2B58CCFC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1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4F85F3-689D-44B5-850E-3B84BD117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EBBCF-B9AF-4297-85EB-DE34472ED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D02052-6CE5-4976-BCCA-06D32BD0A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572DC-D868-4E07-8CAA-6DBB90E4C163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B6F74F-38FA-4DB7-A40E-993C61842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FC53E4-00B4-4AD9-A078-8EB554126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C4867-CC19-4959-B49E-EDAE1E7368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39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BD8302D-AFB8-4588-8EDD-37795A484945}"/>
              </a:ext>
            </a:extLst>
          </p:cNvPr>
          <p:cNvGrpSpPr/>
          <p:nvPr/>
        </p:nvGrpSpPr>
        <p:grpSpPr>
          <a:xfrm>
            <a:off x="1789470" y="249797"/>
            <a:ext cx="8849040" cy="6358405"/>
            <a:chOff x="1789470" y="-68825"/>
            <a:chExt cx="8849040" cy="635840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95B61B-9F9B-4BE1-B4C9-17A43316FC57}"/>
                </a:ext>
              </a:extLst>
            </p:cNvPr>
            <p:cNvSpPr txBox="1"/>
            <p:nvPr/>
          </p:nvSpPr>
          <p:spPr>
            <a:xfrm>
              <a:off x="1789470" y="1268361"/>
              <a:ext cx="737420" cy="1015663"/>
            </a:xfrm>
            <a:prstGeom prst="rect">
              <a:avLst/>
            </a:prstGeom>
            <a:noFill/>
            <a:scene3d>
              <a:camera prst="perspectiveRelaxedModerately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배달의민족 연성 OTF" panose="020B0600000101010101" pitchFamily="34" charset="-127"/>
                  <a:ea typeface="배달의민족 연성 OTF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배달의민족 연성 OTF" panose="020B0600000101010101" pitchFamily="34" charset="-127"/>
                <a:ea typeface="배달의민족 연성 OTF" panose="020B0600000101010101" pitchFamily="34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DE0927-B92F-490E-B159-654C4EF1DBAF}"/>
                </a:ext>
              </a:extLst>
            </p:cNvPr>
            <p:cNvSpPr txBox="1"/>
            <p:nvPr/>
          </p:nvSpPr>
          <p:spPr>
            <a:xfrm>
              <a:off x="2526890" y="1268361"/>
              <a:ext cx="737420" cy="1015663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빙그레 싸만코체" panose="020B0503000000000000" pitchFamily="34" charset="-127"/>
                  <a:ea typeface="빙그레 싸만코체" panose="020B0503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빙그레 싸만코체" panose="020B0503000000000000" pitchFamily="34" charset="-127"/>
                <a:ea typeface="빙그레 싸만코체" panose="020B0503000000000000" pitchFamily="34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6FEA15-2A7B-42D6-B4D2-317ACC90B6EA}"/>
                </a:ext>
              </a:extLst>
            </p:cNvPr>
            <p:cNvSpPr txBox="1"/>
            <p:nvPr/>
          </p:nvSpPr>
          <p:spPr>
            <a:xfrm>
              <a:off x="3264310" y="1268361"/>
              <a:ext cx="737420" cy="1015663"/>
            </a:xfrm>
            <a:prstGeom prst="rect">
              <a:avLst/>
            </a:prstGeom>
            <a:noFill/>
            <a:scene3d>
              <a:camera prst="obliqueBottom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39D352-0B49-4B4F-AFAD-11A4DE2731C5}"/>
                </a:ext>
              </a:extLst>
            </p:cNvPr>
            <p:cNvSpPr txBox="1"/>
            <p:nvPr/>
          </p:nvSpPr>
          <p:spPr>
            <a:xfrm>
              <a:off x="4001730" y="1268361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엄마사랑" panose="02000503000000000000" pitchFamily="2" charset="-127"/>
                  <a:ea typeface="나눔손글씨 엄마사랑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엄마사랑" panose="02000503000000000000" pitchFamily="2" charset="-127"/>
                <a:ea typeface="나눔손글씨 엄마사랑" panose="02000503000000000000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88098F-969F-40B6-9511-51BEAA91E0E3}"/>
                </a:ext>
              </a:extLst>
            </p:cNvPr>
            <p:cNvSpPr txBox="1"/>
            <p:nvPr/>
          </p:nvSpPr>
          <p:spPr>
            <a:xfrm>
              <a:off x="4739150" y="1268361"/>
              <a:ext cx="737420" cy="1015663"/>
            </a:xfrm>
            <a:prstGeom prst="rect">
              <a:avLst/>
            </a:prstGeom>
            <a:noFill/>
            <a:scene3d>
              <a:camera prst="obliqueBottom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Light" panose="020D0904000000000000" pitchFamily="34" charset="-127"/>
                  <a:ea typeface="나눔고딕OTF Light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97875A-7B79-4EDF-A511-B8C82AA9614E}"/>
                </a:ext>
              </a:extLst>
            </p:cNvPr>
            <p:cNvSpPr txBox="1"/>
            <p:nvPr/>
          </p:nvSpPr>
          <p:spPr>
            <a:xfrm>
              <a:off x="5476570" y="1268361"/>
              <a:ext cx="737420" cy="1015663"/>
            </a:xfrm>
            <a:prstGeom prst="rect">
              <a:avLst/>
            </a:prstGeom>
            <a:noFill/>
            <a:scene3d>
              <a:camera prst="perspectiveContrastingLeftFacing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야근하는 김주임" panose="02000503000000000000" pitchFamily="2" charset="-127"/>
                  <a:ea typeface="나눔손글씨 야근하는 김주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에코" panose="020D0604000000000000" pitchFamily="34" charset="-127"/>
                <a:ea typeface="나눔고딕OTF 에코" panose="020D0604000000000000" pitchFamily="34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A27DF1-3146-4074-B90C-0ED158F09039}"/>
                </a:ext>
              </a:extLst>
            </p:cNvPr>
            <p:cNvSpPr txBox="1"/>
            <p:nvPr/>
          </p:nvSpPr>
          <p:spPr>
            <a:xfrm>
              <a:off x="6213990" y="1268361"/>
              <a:ext cx="737420" cy="1015663"/>
            </a:xfrm>
            <a:prstGeom prst="rect">
              <a:avLst/>
            </a:prstGeom>
            <a:noFill/>
            <a:scene3d>
              <a:camera prst="perspectiveRelaxed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에코 ExtraBold" panose="020D0904000000000000" pitchFamily="34" charset="-127"/>
                  <a:ea typeface="나눔고딕OTF 에코 ExtraBold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에코 ExtraBold" panose="020D0904000000000000" pitchFamily="34" charset="-127"/>
                <a:ea typeface="나눔고딕OTF 에코 ExtraBold" panose="020D0904000000000000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1A0FE4-475D-4EE7-B171-2AB804AF1AB4}"/>
                </a:ext>
              </a:extLst>
            </p:cNvPr>
            <p:cNvSpPr txBox="1"/>
            <p:nvPr/>
          </p:nvSpPr>
          <p:spPr>
            <a:xfrm>
              <a:off x="6951410" y="1268361"/>
              <a:ext cx="737420" cy="1015663"/>
            </a:xfrm>
            <a:prstGeom prst="rect">
              <a:avLst/>
            </a:prstGeom>
            <a:noFill/>
            <a:scene3d>
              <a:camera prst="perspectiveHeroicExtremeLeftFacing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행복한 도비" panose="02000503000000000000" pitchFamily="2" charset="-127"/>
                  <a:ea typeface="나눔손글씨 행복한 도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행복한 도비" panose="02000503000000000000" pitchFamily="2" charset="-127"/>
                <a:ea typeface="나눔손글씨 행복한 도비" panose="02000503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936623-0A8C-4428-8A3D-146F398F6BAA}"/>
                </a:ext>
              </a:extLst>
            </p:cNvPr>
            <p:cNvSpPr txBox="1"/>
            <p:nvPr/>
          </p:nvSpPr>
          <p:spPr>
            <a:xfrm>
              <a:off x="7688830" y="1268361"/>
              <a:ext cx="737420" cy="1015663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바른고딕OTF UltraLight" panose="00000300000000000000" pitchFamily="50" charset="-127"/>
                  <a:ea typeface="나눔바른고딕OTF UltraLight" panose="00000300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바른고딕OTF UltraLight" panose="00000300000000000000" pitchFamily="50" charset="-127"/>
                <a:ea typeface="나눔바른고딕OTF UltraLight" panose="000003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CC8110-F3DF-43B1-B012-0DDC610DB025}"/>
                </a:ext>
              </a:extLst>
            </p:cNvPr>
            <p:cNvSpPr txBox="1"/>
            <p:nvPr/>
          </p:nvSpPr>
          <p:spPr>
            <a:xfrm>
              <a:off x="8426250" y="1268361"/>
              <a:ext cx="737420" cy="1015663"/>
            </a:xfrm>
            <a:prstGeom prst="rect">
              <a:avLst/>
            </a:prstGeom>
            <a:noFill/>
            <a:scene3d>
              <a:camera prst="perspectiveRelaxedModerately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명조OTF 옛한글" panose="02000503000000000000" pitchFamily="50" charset="-127"/>
                  <a:ea typeface="나눔명조OTF 옛한글" panose="02000503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명조OTF 옛한글" panose="02000503000000000000" pitchFamily="50" charset="-127"/>
                <a:ea typeface="나눔명조OTF 옛한글" panose="02000503000000000000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8B63C37-DDBB-4C41-867C-CB94495C1172}"/>
                </a:ext>
              </a:extLst>
            </p:cNvPr>
            <p:cNvSpPr txBox="1"/>
            <p:nvPr/>
          </p:nvSpPr>
          <p:spPr>
            <a:xfrm>
              <a:off x="9163670" y="1268361"/>
              <a:ext cx="737420" cy="1015663"/>
            </a:xfrm>
            <a:prstGeom prst="rect">
              <a:avLst/>
            </a:prstGeom>
            <a:noFill/>
            <a:scene3d>
              <a:camera prst="perspectiveAbove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바른펜OTF" panose="020B0503000000000000" pitchFamily="34" charset="-127"/>
                  <a:ea typeface="나눔바른펜OTF" panose="020B0503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바른펜OTF" panose="020B0503000000000000" pitchFamily="34" charset="-127"/>
                <a:ea typeface="나눔바른펜OTF" panose="020B0503000000000000" pitchFamily="34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BF95657-159B-4977-8F60-377E749B0A45}"/>
                </a:ext>
              </a:extLst>
            </p:cNvPr>
            <p:cNvSpPr txBox="1"/>
            <p:nvPr/>
          </p:nvSpPr>
          <p:spPr>
            <a:xfrm>
              <a:off x="9901090" y="1268361"/>
              <a:ext cx="737420" cy="1015663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붓 OTF" panose="03040600000000000000" pitchFamily="66" charset="-127"/>
                  <a:ea typeface="나눔손글씨 붓 OTF" panose="03040600000000000000" pitchFamily="66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붓 OTF" panose="03040600000000000000" pitchFamily="66" charset="-127"/>
                <a:ea typeface="나눔손글씨 붓 OTF" panose="03040600000000000000" pitchFamily="66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DE16C00-D9D6-4375-B050-57DADF20C6C6}"/>
                </a:ext>
              </a:extLst>
            </p:cNvPr>
            <p:cNvSpPr txBox="1"/>
            <p:nvPr/>
          </p:nvSpPr>
          <p:spPr>
            <a:xfrm>
              <a:off x="1789470" y="193695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펜 OTF" panose="03040600000000000000" pitchFamily="66" charset="-127"/>
                  <a:ea typeface="나눔손글씨 펜 OTF" panose="03040600000000000000" pitchFamily="66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펜 OTF" panose="03040600000000000000" pitchFamily="66" charset="-127"/>
                <a:ea typeface="나눔손글씨 펜 OTF" panose="03040600000000000000" pitchFamily="66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7DA33FF-005F-4627-B128-9B5C9EFCE145}"/>
                </a:ext>
              </a:extLst>
            </p:cNvPr>
            <p:cNvSpPr txBox="1"/>
            <p:nvPr/>
          </p:nvSpPr>
          <p:spPr>
            <a:xfrm>
              <a:off x="2526890" y="193695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 네오 OTF Bold" panose="00000800000000000000" pitchFamily="50" charset="-127"/>
                  <a:ea typeface="나눔스퀘어 네오 OTF Bold" panose="00000800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90DBF4B-28FE-4B50-AAE6-917E4C1C7A2B}"/>
                </a:ext>
              </a:extLst>
            </p:cNvPr>
            <p:cNvSpPr txBox="1"/>
            <p:nvPr/>
          </p:nvSpPr>
          <p:spPr>
            <a:xfrm>
              <a:off x="3264310" y="193695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점꼴체" panose="02000503000000000000" pitchFamily="2" charset="-127"/>
                  <a:ea typeface="나눔손글씨 점꼴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점꼴체" panose="02000503000000000000" pitchFamily="2" charset="-127"/>
                <a:ea typeface="나눔손글씨 점꼴체" panose="02000503000000000000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CF6D12-BFA3-4D2D-8F0C-8BF6C0B114AF}"/>
                </a:ext>
              </a:extLst>
            </p:cNvPr>
            <p:cNvSpPr txBox="1"/>
            <p:nvPr/>
          </p:nvSpPr>
          <p:spPr>
            <a:xfrm>
              <a:off x="4001730" y="1936954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3FA673-6C54-4F1A-BC36-4BD6A27858E3}"/>
                </a:ext>
              </a:extLst>
            </p:cNvPr>
            <p:cNvSpPr txBox="1"/>
            <p:nvPr/>
          </p:nvSpPr>
          <p:spPr>
            <a:xfrm>
              <a:off x="4739150" y="1936954"/>
              <a:ext cx="737420" cy="1015663"/>
            </a:xfrm>
            <a:prstGeom prst="rect">
              <a:avLst/>
            </a:prstGeom>
            <a:noFill/>
            <a:scene3d>
              <a:camera prst="perspectiveBelow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5549DC1-04F8-4949-93E6-9EFDC10B2815}"/>
                </a:ext>
              </a:extLst>
            </p:cNvPr>
            <p:cNvSpPr txBox="1"/>
            <p:nvPr/>
          </p:nvSpPr>
          <p:spPr>
            <a:xfrm>
              <a:off x="5476570" y="193695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범솜체" panose="02000503000000000000" pitchFamily="2" charset="-127"/>
                  <a:ea typeface="나눔손글씨 범솜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6218268-061B-4A20-BC50-14909215419A}"/>
                </a:ext>
              </a:extLst>
            </p:cNvPr>
            <p:cNvSpPr txBox="1"/>
            <p:nvPr/>
          </p:nvSpPr>
          <p:spPr>
            <a:xfrm>
              <a:off x="6213990" y="1936954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라운드OTF Light" panose="020B0600000101010101" pitchFamily="34" charset="-127"/>
                  <a:ea typeface="나눔스퀘어라운드OTF Light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F4E1D1-984E-4EAB-849F-7786EB67EFD1}"/>
                </a:ext>
              </a:extLst>
            </p:cNvPr>
            <p:cNvSpPr txBox="1"/>
            <p:nvPr/>
          </p:nvSpPr>
          <p:spPr>
            <a:xfrm>
              <a:off x="6951410" y="1936954"/>
              <a:ext cx="737420" cy="1015663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ExtraBold" panose="020D0904000000000000" pitchFamily="34" charset="-127"/>
                  <a:ea typeface="나눔고딕OTF ExtraBold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ExtraBold" panose="020D0904000000000000" pitchFamily="34" charset="-127"/>
                <a:ea typeface="나눔고딕OTF ExtraBold" panose="020D0904000000000000" pitchFamily="34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8A377E7-B44F-44CA-BF1C-6D756ECE3B06}"/>
                </a:ext>
              </a:extLst>
            </p:cNvPr>
            <p:cNvSpPr txBox="1"/>
            <p:nvPr/>
          </p:nvSpPr>
          <p:spPr>
            <a:xfrm>
              <a:off x="7688830" y="193695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가람연꽃" panose="02000503000000000000" pitchFamily="2" charset="-127"/>
                  <a:ea typeface="나눔손글씨 가람연꽃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가람연꽃" panose="02000503000000000000" pitchFamily="2" charset="-127"/>
                <a:ea typeface="나눔손글씨 가람연꽃" panose="02000503000000000000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15D1123-143F-4716-BF17-C339B06DEE9F}"/>
                </a:ext>
              </a:extLst>
            </p:cNvPr>
            <p:cNvSpPr txBox="1"/>
            <p:nvPr/>
          </p:nvSpPr>
          <p:spPr>
            <a:xfrm>
              <a:off x="8426250" y="193695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할아버지의나눔" panose="02000503000000000000" pitchFamily="2" charset="-127"/>
                  <a:ea typeface="나눔손글씨 할아버지의나눔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할아버지의나눔" panose="02000503000000000000" pitchFamily="2" charset="-127"/>
                <a:ea typeface="나눔손글씨 할아버지의나눔" panose="02000503000000000000" pitchFamily="2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7CAF6D2-035F-4B1C-A638-0002633ADC5E}"/>
                </a:ext>
              </a:extLst>
            </p:cNvPr>
            <p:cNvSpPr txBox="1"/>
            <p:nvPr/>
          </p:nvSpPr>
          <p:spPr>
            <a:xfrm>
              <a:off x="9163670" y="193695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중학생" panose="02000503000000000000" pitchFamily="2" charset="-127"/>
                  <a:ea typeface="나눔손글씨 중학생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중학생" panose="02000503000000000000" pitchFamily="2" charset="-127"/>
                <a:ea typeface="나눔손글씨 중학생" panose="02000503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322B98-6357-4642-840F-9F22A38A3A7F}"/>
                </a:ext>
              </a:extLst>
            </p:cNvPr>
            <p:cNvSpPr txBox="1"/>
            <p:nvPr/>
          </p:nvSpPr>
          <p:spPr>
            <a:xfrm>
              <a:off x="9901090" y="1936954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힘내라는 말보단" panose="02000503000000000000" pitchFamily="2" charset="-127"/>
                  <a:ea typeface="나눔손글씨 힘내라는 말보단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힘내라는 말보단" panose="02000503000000000000" pitchFamily="2" charset="-127"/>
                <a:ea typeface="나눔손글씨 힘내라는 말보단" panose="02000503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0319AC7-1B7B-4464-BFE8-5A18A10BF360}"/>
                </a:ext>
              </a:extLst>
            </p:cNvPr>
            <p:cNvSpPr txBox="1"/>
            <p:nvPr/>
          </p:nvSpPr>
          <p:spPr>
            <a:xfrm>
              <a:off x="1789470" y="2605547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신혼부부" panose="02000503000000000000" pitchFamily="2" charset="-127"/>
                  <a:ea typeface="나눔손글씨 신혼부부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신혼부부" panose="02000503000000000000" pitchFamily="2" charset="-127"/>
                <a:ea typeface="나눔손글씨 신혼부부" panose="02000503000000000000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2980D21-BB13-4FF3-AB59-FC395D00E748}"/>
                </a:ext>
              </a:extLst>
            </p:cNvPr>
            <p:cNvSpPr txBox="1"/>
            <p:nvPr/>
          </p:nvSpPr>
          <p:spPr>
            <a:xfrm>
              <a:off x="2526890" y="2605547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예쁜 민경체" panose="02000503000000000000" pitchFamily="2" charset="-127"/>
                  <a:ea typeface="나눔손글씨 예쁜 민경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예쁜 민경체" panose="02000503000000000000" pitchFamily="2" charset="-127"/>
                <a:ea typeface="나눔손글씨 예쁜 민경체" panose="02000503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2B08176-5857-4BA8-98D8-0C9EE9C9F06C}"/>
                </a:ext>
              </a:extLst>
            </p:cNvPr>
            <p:cNvSpPr txBox="1"/>
            <p:nvPr/>
          </p:nvSpPr>
          <p:spPr>
            <a:xfrm>
              <a:off x="3264310" y="2605547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장미체" panose="02000503000000000000" pitchFamily="2" charset="-127"/>
                  <a:ea typeface="나눔손글씨 장미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장미체" panose="02000503000000000000" pitchFamily="2" charset="-127"/>
                <a:ea typeface="나눔손글씨 장미체" panose="02000503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A2A0AF7-BA4A-4D81-A7C3-A27BBCC1D110}"/>
                </a:ext>
              </a:extLst>
            </p:cNvPr>
            <p:cNvSpPr txBox="1"/>
            <p:nvPr/>
          </p:nvSpPr>
          <p:spPr>
            <a:xfrm>
              <a:off x="4001730" y="2605547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열아홉의 반짝임" panose="02000503000000000000" pitchFamily="2" charset="-127"/>
                  <a:ea typeface="나눔손글씨 열아홉의 반짝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열아홉의 반짝임" panose="02000503000000000000" pitchFamily="2" charset="-127"/>
                <a:ea typeface="나눔손글씨 열아홉의 반짝임" panose="02000503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D43F13D-1C31-4DFF-8E94-AB4ADAC675B7}"/>
                </a:ext>
              </a:extLst>
            </p:cNvPr>
            <p:cNvSpPr txBox="1"/>
            <p:nvPr/>
          </p:nvSpPr>
          <p:spPr>
            <a:xfrm>
              <a:off x="4193893" y="2710876"/>
              <a:ext cx="404019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dirty="0" err="1">
                  <a:solidFill>
                    <a:schemeClr val="bg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ㄴ</a:t>
              </a:r>
              <a:r>
                <a:rPr lang="en-US" altLang="ko-KR" sz="6000" dirty="0">
                  <a:solidFill>
                    <a:schemeClr val="bg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(°0°)</a:t>
              </a:r>
              <a:r>
                <a:rPr lang="ko-KR" altLang="en-US" sz="6000" dirty="0" err="1">
                  <a:solidFill>
                    <a:schemeClr val="bg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ㄱ</a:t>
              </a:r>
              <a:endParaRPr lang="ko-KR" altLang="en-US" sz="3600" dirty="0">
                <a:solidFill>
                  <a:schemeClr val="bg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F7A7D30-DF4F-4D2E-9888-B565DF54DF55}"/>
                </a:ext>
              </a:extLst>
            </p:cNvPr>
            <p:cNvSpPr txBox="1"/>
            <p:nvPr/>
          </p:nvSpPr>
          <p:spPr>
            <a:xfrm>
              <a:off x="7688830" y="2605547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효남 늘 화이팅" panose="02000503000000000000" pitchFamily="2" charset="-127"/>
                  <a:ea typeface="나눔손글씨 효남 늘 화이팅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효남 늘 화이팅" panose="02000503000000000000" pitchFamily="2" charset="-127"/>
                <a:ea typeface="나눔손글씨 효남 늘 화이팅" panose="02000503000000000000" pitchFamily="2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DC2E459-30EC-4A02-8B8E-D7F0D7F35697}"/>
                </a:ext>
              </a:extLst>
            </p:cNvPr>
            <p:cNvSpPr txBox="1"/>
            <p:nvPr/>
          </p:nvSpPr>
          <p:spPr>
            <a:xfrm>
              <a:off x="8426250" y="2605547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칼국수" panose="02000503000000000000" pitchFamily="2" charset="-127"/>
                  <a:ea typeface="나눔손글씨 칼국수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칼국수" panose="02000503000000000000" pitchFamily="2" charset="-127"/>
                <a:ea typeface="나눔손글씨 칼국수" panose="02000503000000000000" pitchFamily="2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9F085E-55EF-46A3-B4FA-739FF5D93C7D}"/>
                </a:ext>
              </a:extLst>
            </p:cNvPr>
            <p:cNvSpPr txBox="1"/>
            <p:nvPr/>
          </p:nvSpPr>
          <p:spPr>
            <a:xfrm>
              <a:off x="9163670" y="2605547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왼손잡이도 예뻐" panose="02000503000000000000" pitchFamily="2" charset="-127"/>
                  <a:ea typeface="나눔손글씨 왼손잡이도 예뻐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왼손잡이도 예뻐" panose="02000503000000000000" pitchFamily="2" charset="-127"/>
                <a:ea typeface="나눔손글씨 왼손잡이도 예뻐" panose="02000503000000000000" pitchFamily="2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3F6801-E6C2-477A-8040-6A55E8AE82E1}"/>
                </a:ext>
              </a:extLst>
            </p:cNvPr>
            <p:cNvSpPr txBox="1"/>
            <p:nvPr/>
          </p:nvSpPr>
          <p:spPr>
            <a:xfrm>
              <a:off x="9901090" y="2605547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시우 귀여워" panose="02000503000000000000" pitchFamily="2" charset="-127"/>
                  <a:ea typeface="나눔손글씨 시우 귀여워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시우 귀여워" panose="02000503000000000000" pitchFamily="2" charset="-127"/>
                <a:ea typeface="나눔손글씨 시우 귀여워" panose="02000503000000000000" pitchFamily="2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534C00A-0553-4DAC-A279-1ADAE0FE707B}"/>
                </a:ext>
              </a:extLst>
            </p:cNvPr>
            <p:cNvSpPr txBox="1"/>
            <p:nvPr/>
          </p:nvSpPr>
          <p:spPr>
            <a:xfrm>
              <a:off x="178947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빠글씨" panose="02000503000000000000" pitchFamily="2" charset="-127"/>
                  <a:ea typeface="나눔손글씨 아빠글씨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빠글씨" panose="02000503000000000000" pitchFamily="2" charset="-127"/>
                <a:ea typeface="나눔손글씨 아빠글씨" panose="02000503000000000000" pitchFamily="2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01C118C-3733-43CD-948B-D8E5C56F6FBA}"/>
                </a:ext>
              </a:extLst>
            </p:cNvPr>
            <p:cNvSpPr txBox="1"/>
            <p:nvPr/>
          </p:nvSpPr>
          <p:spPr>
            <a:xfrm>
              <a:off x="252689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정은체" panose="02000503000000000000" pitchFamily="2" charset="-127"/>
                  <a:ea typeface="나눔손글씨 정은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정은체" panose="02000503000000000000" pitchFamily="2" charset="-127"/>
                <a:ea typeface="나눔손글씨 정은체" panose="02000503000000000000" pitchFamily="2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7FDF7BF-74D2-43CC-A14A-7F99759FCDB5}"/>
                </a:ext>
              </a:extLst>
            </p:cNvPr>
            <p:cNvSpPr txBox="1"/>
            <p:nvPr/>
          </p:nvSpPr>
          <p:spPr>
            <a:xfrm>
              <a:off x="326431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에코" panose="020D0604000000000000" pitchFamily="34" charset="-127"/>
                  <a:ea typeface="나눔고딕OTF 에코" panose="020D0604000000000000" pitchFamily="34" charset="-127"/>
                </a:rPr>
                <a:t>ㅋ</a:t>
              </a:r>
              <a:endParaRPr lang="ko-KR" altLang="en-US" b="1" dirty="0">
                <a:solidFill>
                  <a:schemeClr val="bg1">
                    <a:lumMod val="50000"/>
                  </a:schemeClr>
                </a:solidFill>
                <a:latin typeface="나눔고딕OTF 에코" panose="020D0604000000000000" pitchFamily="34" charset="-127"/>
                <a:ea typeface="나눔고딕OTF 에코" panose="020D0604000000000000" pitchFamily="34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9320E17-36AD-42A1-AE2C-080F17EB6F14}"/>
                </a:ext>
              </a:extLst>
            </p:cNvPr>
            <p:cNvSpPr txBox="1"/>
            <p:nvPr/>
          </p:nvSpPr>
          <p:spPr>
            <a:xfrm>
              <a:off x="400173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줌마 자유" panose="02000503000000000000" pitchFamily="2" charset="-127"/>
                  <a:ea typeface="나눔손글씨 아줌마 자유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줌마 자유" panose="02000503000000000000" pitchFamily="2" charset="-127"/>
                <a:ea typeface="나눔손글씨 아줌마 자유" panose="02000503000000000000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7384247-DCAA-488C-BE9E-5E66090281AA}"/>
                </a:ext>
              </a:extLst>
            </p:cNvPr>
            <p:cNvSpPr txBox="1"/>
            <p:nvPr/>
          </p:nvSpPr>
          <p:spPr>
            <a:xfrm>
              <a:off x="4739150" y="3274140"/>
              <a:ext cx="737420" cy="1015663"/>
            </a:xfrm>
            <a:prstGeom prst="rect">
              <a:avLst/>
            </a:prstGeom>
            <a:noFill/>
            <a:scene3d>
              <a:camera prst="perspectiveBelow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F84EE27-0D5A-4B0D-AA7B-8B4AC94B32F1}"/>
                </a:ext>
              </a:extLst>
            </p:cNvPr>
            <p:cNvSpPr txBox="1"/>
            <p:nvPr/>
          </p:nvSpPr>
          <p:spPr>
            <a:xfrm>
              <a:off x="547657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름드리 꽃나무" panose="02000503000000000000" pitchFamily="2" charset="-127"/>
                  <a:ea typeface="나눔손글씨 아름드리 꽃나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름드리 꽃나무" panose="02000503000000000000" pitchFamily="2" charset="-127"/>
                <a:ea typeface="나눔손글씨 아름드리 꽃나무" panose="02000503000000000000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D59A63D-ED20-4742-AD93-346E6A81D846}"/>
                </a:ext>
              </a:extLst>
            </p:cNvPr>
            <p:cNvSpPr txBox="1"/>
            <p:nvPr/>
          </p:nvSpPr>
          <p:spPr>
            <a:xfrm>
              <a:off x="621399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옥비체" panose="02000503000000000000" pitchFamily="2" charset="-127"/>
                  <a:ea typeface="나눔손글씨 옥비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옥비체" panose="02000503000000000000" pitchFamily="2" charset="-127"/>
                <a:ea typeface="나눔손글씨 옥비체" panose="02000503000000000000" pitchFamily="2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2E2D69-7D92-45BB-892E-AE0EBEBF551B}"/>
                </a:ext>
              </a:extLst>
            </p:cNvPr>
            <p:cNvSpPr txBox="1"/>
            <p:nvPr/>
          </p:nvSpPr>
          <p:spPr>
            <a:xfrm>
              <a:off x="6951410" y="3274140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암스테르담" panose="02000503000000000000" pitchFamily="2" charset="-127"/>
                  <a:ea typeface="나눔손글씨 암스테르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암스테르담" panose="02000503000000000000" pitchFamily="2" charset="-127"/>
                <a:ea typeface="나눔손글씨 암스테르담" panose="02000503000000000000" pitchFamily="2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0869B98-E1F7-425F-A4AC-7FC5DBECA056}"/>
                </a:ext>
              </a:extLst>
            </p:cNvPr>
            <p:cNvSpPr txBox="1"/>
            <p:nvPr/>
          </p:nvSpPr>
          <p:spPr>
            <a:xfrm>
              <a:off x="768883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소방관의 기도" panose="02000503000000000000" pitchFamily="2" charset="-127"/>
                  <a:ea typeface="나눔손글씨 소방관의 기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소방관의 기도" panose="02000503000000000000" pitchFamily="2" charset="-127"/>
                <a:ea typeface="나눔손글씨 소방관의 기도" panose="02000503000000000000" pitchFamily="2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247A2E4-E57D-44C2-8EB6-415DE6E103F9}"/>
                </a:ext>
              </a:extLst>
            </p:cNvPr>
            <p:cNvSpPr txBox="1"/>
            <p:nvPr/>
          </p:nvSpPr>
          <p:spPr>
            <a:xfrm>
              <a:off x="842625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비상체" panose="02000503000000000000" pitchFamily="2" charset="-127"/>
                  <a:ea typeface="나눔손글씨 비상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비상체" panose="02000503000000000000" pitchFamily="2" charset="-127"/>
                <a:ea typeface="나눔손글씨 비상체" panose="02000503000000000000" pitchFamily="2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589AA09-C946-497A-8B42-A5293EB8E755}"/>
                </a:ext>
              </a:extLst>
            </p:cNvPr>
            <p:cNvSpPr txBox="1"/>
            <p:nvPr/>
          </p:nvSpPr>
          <p:spPr>
            <a:xfrm>
              <a:off x="916367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여름글씨" panose="02000503000000000000" pitchFamily="2" charset="-127"/>
                  <a:ea typeface="나눔손글씨 여름글씨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여름글씨" panose="02000503000000000000" pitchFamily="2" charset="-127"/>
                <a:ea typeface="나눔손글씨 여름글씨" panose="02000503000000000000" pitchFamily="2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AD18FE3-048A-491D-AEAD-5EF510D53F50}"/>
                </a:ext>
              </a:extLst>
            </p:cNvPr>
            <p:cNvSpPr txBox="1"/>
            <p:nvPr/>
          </p:nvSpPr>
          <p:spPr>
            <a:xfrm>
              <a:off x="9901090" y="3274140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예당체" panose="02000503000000000000" pitchFamily="2" charset="-127"/>
                  <a:ea typeface="나눔손글씨 예당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예당체" panose="02000503000000000000" pitchFamily="2" charset="-127"/>
                <a:ea typeface="나눔손글씨 예당체" panose="02000503000000000000" pitchFamily="2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6ADEDB-2788-4803-90E2-BD97D77AD03A}"/>
                </a:ext>
              </a:extLst>
            </p:cNvPr>
            <p:cNvSpPr txBox="1"/>
            <p:nvPr/>
          </p:nvSpPr>
          <p:spPr>
            <a:xfrm>
              <a:off x="178947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빵구니맘 손글씨" panose="02000503000000000000" pitchFamily="2" charset="-127"/>
                  <a:ea typeface="나눔손글씨 빵구니맘 손글씨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빵구니맘 손글씨" panose="02000503000000000000" pitchFamily="2" charset="-127"/>
                <a:ea typeface="나눔손글씨 빵구니맘 손글씨" panose="02000503000000000000" pitchFamily="2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9F8AE8A-6A81-4B5F-A713-D0D2D62B9515}"/>
                </a:ext>
              </a:extLst>
            </p:cNvPr>
            <p:cNvSpPr txBox="1"/>
            <p:nvPr/>
          </p:nvSpPr>
          <p:spPr>
            <a:xfrm>
              <a:off x="252689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ACCB2F4-B3BE-4CA3-ABF7-869BDAA8E01B}"/>
                </a:ext>
              </a:extLst>
            </p:cNvPr>
            <p:cNvSpPr txBox="1"/>
            <p:nvPr/>
          </p:nvSpPr>
          <p:spPr>
            <a:xfrm>
              <a:off x="326431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상해찬미체" panose="02000503000000000000" pitchFamily="2" charset="-127"/>
                  <a:ea typeface="나눔손글씨 상해찬미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상해찬미체" panose="02000503000000000000" pitchFamily="2" charset="-127"/>
                <a:ea typeface="나눔손글씨 상해찬미체" panose="02000503000000000000" pitchFamily="2" charset="-12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C891D26-9BC9-4562-A8FE-821297DB54D4}"/>
                </a:ext>
              </a:extLst>
            </p:cNvPr>
            <p:cNvSpPr txBox="1"/>
            <p:nvPr/>
          </p:nvSpPr>
          <p:spPr>
            <a:xfrm>
              <a:off x="400173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북극성" panose="02000503000000000000" pitchFamily="2" charset="-127"/>
                  <a:ea typeface="나눔손글씨 북극성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북극성" panose="02000503000000000000" pitchFamily="2" charset="-127"/>
                <a:ea typeface="나눔손글씨 북극성" panose="02000503000000000000" pitchFamily="2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EA0189B-0747-4FB2-BDF4-93FAB1B376DA}"/>
                </a:ext>
              </a:extLst>
            </p:cNvPr>
            <p:cNvSpPr txBox="1"/>
            <p:nvPr/>
          </p:nvSpPr>
          <p:spPr>
            <a:xfrm>
              <a:off x="473915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상해찬미체" panose="02000503000000000000" pitchFamily="2" charset="-127"/>
                  <a:ea typeface="나눔손글씨 상해찬미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상해찬미체" panose="02000503000000000000" pitchFamily="2" charset="-127"/>
                <a:ea typeface="나눔손글씨 상해찬미체" panose="02000503000000000000" pitchFamily="2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F34C2B9-B949-4CB5-8FF9-D65E1DAF9BAB}"/>
                </a:ext>
              </a:extLst>
            </p:cNvPr>
            <p:cNvSpPr txBox="1"/>
            <p:nvPr/>
          </p:nvSpPr>
          <p:spPr>
            <a:xfrm>
              <a:off x="547657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D0D67D3-6D6D-4F36-BE59-735D19837E85}"/>
                </a:ext>
              </a:extLst>
            </p:cNvPr>
            <p:cNvSpPr txBox="1"/>
            <p:nvPr/>
          </p:nvSpPr>
          <p:spPr>
            <a:xfrm>
              <a:off x="621399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부장님 눈치체" panose="02000503000000000000" pitchFamily="2" charset="-127"/>
                  <a:ea typeface="나눔손글씨 부장님 눈치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부장님 눈치체" panose="02000503000000000000" pitchFamily="2" charset="-127"/>
                <a:ea typeface="나눔손글씨 부장님 눈치체" panose="02000503000000000000" pitchFamily="2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06135F2-4B40-49C5-B197-8501BCB27087}"/>
                </a:ext>
              </a:extLst>
            </p:cNvPr>
            <p:cNvSpPr txBox="1"/>
            <p:nvPr/>
          </p:nvSpPr>
          <p:spPr>
            <a:xfrm>
              <a:off x="695141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안쌍체" panose="02000503000000000000" pitchFamily="2" charset="-127"/>
                  <a:ea typeface="나눔손글씨 안쌍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안쌍체" panose="02000503000000000000" pitchFamily="2" charset="-127"/>
                <a:ea typeface="나눔손글씨 안쌍체" panose="02000503000000000000" pitchFamily="2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8845546-B93B-41A3-9653-1485F8B13798}"/>
                </a:ext>
              </a:extLst>
            </p:cNvPr>
            <p:cNvSpPr txBox="1"/>
            <p:nvPr/>
          </p:nvSpPr>
          <p:spPr>
            <a:xfrm>
              <a:off x="768883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수줍은 대학생" panose="02000503000000000000" pitchFamily="2" charset="-127"/>
                  <a:ea typeface="나눔손글씨 수줍은 대학생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수줍은 대학생" panose="02000503000000000000" pitchFamily="2" charset="-127"/>
                <a:ea typeface="나눔손글씨 수줍은 대학생" panose="02000503000000000000" pitchFamily="2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AA03C66-5A94-42F5-B390-131C31D1A165}"/>
                </a:ext>
              </a:extLst>
            </p:cNvPr>
            <p:cNvSpPr txBox="1"/>
            <p:nvPr/>
          </p:nvSpPr>
          <p:spPr>
            <a:xfrm>
              <a:off x="842625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백의의 천사" panose="02000503000000000000" pitchFamily="2" charset="-127"/>
                  <a:ea typeface="나눔손글씨 백의의 천사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백의의 천사" panose="02000503000000000000" pitchFamily="2" charset="-127"/>
                <a:ea typeface="나눔손글씨 백의의 천사" panose="02000503000000000000" pitchFamily="2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BF3C100-B318-4EEF-B10B-A44E8303685D}"/>
                </a:ext>
              </a:extLst>
            </p:cNvPr>
            <p:cNvSpPr txBox="1"/>
            <p:nvPr/>
          </p:nvSpPr>
          <p:spPr>
            <a:xfrm>
              <a:off x="9163670" y="3942733"/>
              <a:ext cx="737420" cy="1015663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바른히피" panose="02000503000000000000" pitchFamily="2" charset="-127"/>
                  <a:ea typeface="나눔손글씨 바른히피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바른히피" panose="02000503000000000000" pitchFamily="2" charset="-127"/>
                <a:ea typeface="나눔손글씨 바른히피" panose="02000503000000000000" pitchFamily="2" charset="-127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0284426-18E3-4710-8CE4-DD2C61171B5F}"/>
                </a:ext>
              </a:extLst>
            </p:cNvPr>
            <p:cNvSpPr txBox="1"/>
            <p:nvPr/>
          </p:nvSpPr>
          <p:spPr>
            <a:xfrm>
              <a:off x="9901090" y="394273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ExtraBold" panose="020D0904000000000000" pitchFamily="34" charset="-127"/>
                  <a:ea typeface="나눔고딕OTF ExtraBold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ExtraBold" panose="020D0904000000000000" pitchFamily="34" charset="-127"/>
                <a:ea typeface="나눔고딕OTF ExtraBold" panose="020D0904000000000000" pitchFamily="34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E9C3252-D8D5-45E0-9B39-2B355EF650D3}"/>
                </a:ext>
              </a:extLst>
            </p:cNvPr>
            <p:cNvSpPr txBox="1"/>
            <p:nvPr/>
          </p:nvSpPr>
          <p:spPr>
            <a:xfrm>
              <a:off x="768883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신혼부부" panose="02000503000000000000" pitchFamily="2" charset="-127"/>
                  <a:ea typeface="나눔손글씨 신혼부부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신혼부부" panose="02000503000000000000" pitchFamily="2" charset="-127"/>
                <a:ea typeface="나눔손글씨 신혼부부" panose="02000503000000000000" pitchFamily="2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5292C28-269F-433D-BF24-F80A7FF49B67}"/>
                </a:ext>
              </a:extLst>
            </p:cNvPr>
            <p:cNvSpPr txBox="1"/>
            <p:nvPr/>
          </p:nvSpPr>
          <p:spPr>
            <a:xfrm>
              <a:off x="842625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예쁜 민경체" panose="02000503000000000000" pitchFamily="2" charset="-127"/>
                  <a:ea typeface="나눔손글씨 예쁜 민경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예쁜 민경체" panose="02000503000000000000" pitchFamily="2" charset="-127"/>
                <a:ea typeface="나눔손글씨 예쁜 민경체" panose="02000503000000000000" pitchFamily="2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05F4725-BEE6-4E3C-AF1D-9FBED204EE8B}"/>
                </a:ext>
              </a:extLst>
            </p:cNvPr>
            <p:cNvSpPr txBox="1"/>
            <p:nvPr/>
          </p:nvSpPr>
          <p:spPr>
            <a:xfrm>
              <a:off x="916367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장미체" panose="02000503000000000000" pitchFamily="2" charset="-127"/>
                  <a:ea typeface="나눔손글씨 장미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장미체" panose="02000503000000000000" pitchFamily="2" charset="-127"/>
                <a:ea typeface="나눔손글씨 장미체" panose="02000503000000000000" pitchFamily="2" charset="-127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17CAC48-3D26-4314-BD72-5A5D97A8C5A4}"/>
                </a:ext>
              </a:extLst>
            </p:cNvPr>
            <p:cNvSpPr txBox="1"/>
            <p:nvPr/>
          </p:nvSpPr>
          <p:spPr>
            <a:xfrm>
              <a:off x="990109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열아홉의 반짝임" panose="02000503000000000000" pitchFamily="2" charset="-127"/>
                  <a:ea typeface="나눔손글씨 열아홉의 반짝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열아홉의 반짝임" panose="02000503000000000000" pitchFamily="2" charset="-127"/>
                <a:ea typeface="나눔손글씨 열아홉의 반짝임" panose="02000503000000000000" pitchFamily="2" charset="-12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E583C54-67A9-44A3-AC08-FF1F849CD597}"/>
                </a:ext>
              </a:extLst>
            </p:cNvPr>
            <p:cNvSpPr txBox="1"/>
            <p:nvPr/>
          </p:nvSpPr>
          <p:spPr>
            <a:xfrm>
              <a:off x="768883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빠글씨" panose="02000503000000000000" pitchFamily="2" charset="-127"/>
                  <a:ea typeface="나눔손글씨 아빠글씨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빠글씨" panose="02000503000000000000" pitchFamily="2" charset="-127"/>
                <a:ea typeface="나눔손글씨 아빠글씨" panose="02000503000000000000" pitchFamily="2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8053214-B863-4BC5-A5AE-892718941431}"/>
                </a:ext>
              </a:extLst>
            </p:cNvPr>
            <p:cNvSpPr txBox="1"/>
            <p:nvPr/>
          </p:nvSpPr>
          <p:spPr>
            <a:xfrm>
              <a:off x="842625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정은체" panose="02000503000000000000" pitchFamily="2" charset="-127"/>
                  <a:ea typeface="나눔손글씨 정은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정은체" panose="02000503000000000000" pitchFamily="2" charset="-127"/>
                <a:ea typeface="나눔손글씨 정은체" panose="02000503000000000000" pitchFamily="2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C6F307F-E55E-4272-9206-902747C558F7}"/>
                </a:ext>
              </a:extLst>
            </p:cNvPr>
            <p:cNvSpPr txBox="1"/>
            <p:nvPr/>
          </p:nvSpPr>
          <p:spPr>
            <a:xfrm>
              <a:off x="916367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에코" panose="020D0604000000000000" pitchFamily="34" charset="-127"/>
                  <a:ea typeface="나눔고딕OTF 에코" panose="020D0604000000000000" pitchFamily="34" charset="-127"/>
                </a:rPr>
                <a:t>ㅋ</a:t>
              </a:r>
              <a:endParaRPr lang="ko-KR" altLang="en-US" b="1" dirty="0">
                <a:solidFill>
                  <a:schemeClr val="bg1">
                    <a:lumMod val="50000"/>
                  </a:schemeClr>
                </a:solidFill>
                <a:latin typeface="나눔고딕OTF 에코" panose="020D0604000000000000" pitchFamily="34" charset="-127"/>
                <a:ea typeface="나눔고딕OTF 에코" panose="020D0604000000000000" pitchFamily="34" charset="-127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0F2DE5E-37EC-4B0A-8224-9B2E774EA169}"/>
                </a:ext>
              </a:extLst>
            </p:cNvPr>
            <p:cNvSpPr txBox="1"/>
            <p:nvPr/>
          </p:nvSpPr>
          <p:spPr>
            <a:xfrm>
              <a:off x="990109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줌마 자유" panose="02000503000000000000" pitchFamily="2" charset="-127"/>
                  <a:ea typeface="나눔손글씨 아줌마 자유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줌마 자유" panose="02000503000000000000" pitchFamily="2" charset="-127"/>
                <a:ea typeface="나눔손글씨 아줌마 자유" panose="02000503000000000000" pitchFamily="2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849CC2B-4407-48E2-B765-D65C58876C24}"/>
                </a:ext>
              </a:extLst>
            </p:cNvPr>
            <p:cNvSpPr txBox="1"/>
            <p:nvPr/>
          </p:nvSpPr>
          <p:spPr>
            <a:xfrm>
              <a:off x="768883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빵구니맘 손글씨" panose="02000503000000000000" pitchFamily="2" charset="-127"/>
                  <a:ea typeface="나눔손글씨 빵구니맘 손글씨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빵구니맘 손글씨" panose="02000503000000000000" pitchFamily="2" charset="-127"/>
                <a:ea typeface="나눔손글씨 빵구니맘 손글씨" panose="02000503000000000000" pitchFamily="2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3EBFF87-21D5-4493-BDE0-5F3BAEBA9E05}"/>
                </a:ext>
              </a:extLst>
            </p:cNvPr>
            <p:cNvSpPr txBox="1"/>
            <p:nvPr/>
          </p:nvSpPr>
          <p:spPr>
            <a:xfrm>
              <a:off x="842625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D86BBC6-5775-4649-AB25-A8AD98935154}"/>
                </a:ext>
              </a:extLst>
            </p:cNvPr>
            <p:cNvSpPr txBox="1"/>
            <p:nvPr/>
          </p:nvSpPr>
          <p:spPr>
            <a:xfrm>
              <a:off x="916367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상해찬미체" panose="02000503000000000000" pitchFamily="2" charset="-127"/>
                  <a:ea typeface="나눔손글씨 상해찬미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상해찬미체" panose="02000503000000000000" pitchFamily="2" charset="-127"/>
                <a:ea typeface="나눔손글씨 상해찬미체" panose="02000503000000000000" pitchFamily="2" charset="-127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6B7CF76-981B-42B8-9F01-5C5748125E87}"/>
                </a:ext>
              </a:extLst>
            </p:cNvPr>
            <p:cNvSpPr txBox="1"/>
            <p:nvPr/>
          </p:nvSpPr>
          <p:spPr>
            <a:xfrm>
              <a:off x="990109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북극성" panose="02000503000000000000" pitchFamily="2" charset="-127"/>
                  <a:ea typeface="나눔손글씨 북극성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북극성" panose="02000503000000000000" pitchFamily="2" charset="-127"/>
                <a:ea typeface="나눔손글씨 북극성" panose="02000503000000000000" pitchFamily="2" charset="-127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EE2ECB1-88B3-4144-8DDE-38C0217EE341}"/>
                </a:ext>
              </a:extLst>
            </p:cNvPr>
            <p:cNvSpPr txBox="1"/>
            <p:nvPr/>
          </p:nvSpPr>
          <p:spPr>
            <a:xfrm>
              <a:off x="473915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소방관의 기도" panose="02000503000000000000" pitchFamily="2" charset="-127"/>
                  <a:ea typeface="나눔손글씨 소방관의 기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소방관의 기도" panose="02000503000000000000" pitchFamily="2" charset="-127"/>
                <a:ea typeface="나눔손글씨 소방관의 기도" panose="02000503000000000000" pitchFamily="2" charset="-127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B0F9C1F-05B1-4EDF-88B7-F13556DB3273}"/>
                </a:ext>
              </a:extLst>
            </p:cNvPr>
            <p:cNvSpPr txBox="1"/>
            <p:nvPr/>
          </p:nvSpPr>
          <p:spPr>
            <a:xfrm>
              <a:off x="547657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비상체" panose="02000503000000000000" pitchFamily="2" charset="-127"/>
                  <a:ea typeface="나눔손글씨 비상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비상체" panose="02000503000000000000" pitchFamily="2" charset="-127"/>
                <a:ea typeface="나눔손글씨 비상체" panose="02000503000000000000" pitchFamily="2" charset="-127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4DB46FC-2D23-45B9-8543-3217C728FFA4}"/>
                </a:ext>
              </a:extLst>
            </p:cNvPr>
            <p:cNvSpPr txBox="1"/>
            <p:nvPr/>
          </p:nvSpPr>
          <p:spPr>
            <a:xfrm>
              <a:off x="621399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여름글씨" panose="02000503000000000000" pitchFamily="2" charset="-127"/>
                  <a:ea typeface="나눔손글씨 여름글씨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여름글씨" panose="02000503000000000000" pitchFamily="2" charset="-127"/>
                <a:ea typeface="나눔손글씨 여름글씨" panose="02000503000000000000" pitchFamily="2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E7F4A6C-0F02-4E84-A50B-800FEB1BBA7D}"/>
                </a:ext>
              </a:extLst>
            </p:cNvPr>
            <p:cNvSpPr txBox="1"/>
            <p:nvPr/>
          </p:nvSpPr>
          <p:spPr>
            <a:xfrm>
              <a:off x="695141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예당체" panose="02000503000000000000" pitchFamily="2" charset="-127"/>
                  <a:ea typeface="나눔손글씨 예당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예당체" panose="02000503000000000000" pitchFamily="2" charset="-127"/>
                <a:ea typeface="나눔손글씨 예당체" panose="02000503000000000000" pitchFamily="2" charset="-127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B8DF506-5EAD-4D9D-889F-AB156BC5F5F8}"/>
                </a:ext>
              </a:extLst>
            </p:cNvPr>
            <p:cNvSpPr txBox="1"/>
            <p:nvPr/>
          </p:nvSpPr>
          <p:spPr>
            <a:xfrm>
              <a:off x="473915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수줍은 대학생" panose="02000503000000000000" pitchFamily="2" charset="-127"/>
                  <a:ea typeface="나눔손글씨 수줍은 대학생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수줍은 대학생" panose="02000503000000000000" pitchFamily="2" charset="-127"/>
                <a:ea typeface="나눔손글씨 수줍은 대학생" panose="02000503000000000000" pitchFamily="2" charset="-127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3DC913C-E098-4345-AB7C-0F3C89E2BC72}"/>
                </a:ext>
              </a:extLst>
            </p:cNvPr>
            <p:cNvSpPr txBox="1"/>
            <p:nvPr/>
          </p:nvSpPr>
          <p:spPr>
            <a:xfrm>
              <a:off x="547657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백의의 천사" panose="02000503000000000000" pitchFamily="2" charset="-127"/>
                  <a:ea typeface="나눔손글씨 백의의 천사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백의의 천사" panose="02000503000000000000" pitchFamily="2" charset="-127"/>
                <a:ea typeface="나눔손글씨 백의의 천사" panose="02000503000000000000" pitchFamily="2" charset="-127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5902689-2898-4015-8921-20FEC13B8EB1}"/>
                </a:ext>
              </a:extLst>
            </p:cNvPr>
            <p:cNvSpPr txBox="1"/>
            <p:nvPr/>
          </p:nvSpPr>
          <p:spPr>
            <a:xfrm>
              <a:off x="6213990" y="599768"/>
              <a:ext cx="737420" cy="1015663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바른히피" panose="02000503000000000000" pitchFamily="2" charset="-127"/>
                  <a:ea typeface="나눔손글씨 바른히피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바른히피" panose="02000503000000000000" pitchFamily="2" charset="-127"/>
                <a:ea typeface="나눔손글씨 바른히피" panose="02000503000000000000" pitchFamily="2" charset="-127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3FEC85F-62BB-4133-B496-10943AEAD586}"/>
                </a:ext>
              </a:extLst>
            </p:cNvPr>
            <p:cNvSpPr txBox="1"/>
            <p:nvPr/>
          </p:nvSpPr>
          <p:spPr>
            <a:xfrm>
              <a:off x="695141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ExtraBold" panose="020D0904000000000000" pitchFamily="34" charset="-127"/>
                  <a:ea typeface="나눔고딕OTF ExtraBold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ExtraBold" panose="020D0904000000000000" pitchFamily="34" charset="-127"/>
                <a:ea typeface="나눔고딕OTF ExtraBold" panose="020D0904000000000000" pitchFamily="34" charset="-127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51C9853-9C02-4FA5-90E9-23A2046DFE0A}"/>
                </a:ext>
              </a:extLst>
            </p:cNvPr>
            <p:cNvSpPr txBox="1"/>
            <p:nvPr/>
          </p:nvSpPr>
          <p:spPr>
            <a:xfrm>
              <a:off x="252689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할아버지의나눔" panose="02000503000000000000" pitchFamily="2" charset="-127"/>
                  <a:ea typeface="나눔손글씨 할아버지의나눔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할아버지의나눔" panose="02000503000000000000" pitchFamily="2" charset="-127"/>
                <a:ea typeface="나눔손글씨 할아버지의나눔" panose="02000503000000000000" pitchFamily="2" charset="-127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77C1BC6-5947-46FC-A2C6-D70D8F5E4EEA}"/>
                </a:ext>
              </a:extLst>
            </p:cNvPr>
            <p:cNvSpPr txBox="1"/>
            <p:nvPr/>
          </p:nvSpPr>
          <p:spPr>
            <a:xfrm>
              <a:off x="326431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중학생" panose="02000503000000000000" pitchFamily="2" charset="-127"/>
                  <a:ea typeface="나눔손글씨 중학생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중학생" panose="02000503000000000000" pitchFamily="2" charset="-127"/>
                <a:ea typeface="나눔손글씨 중학생" panose="02000503000000000000" pitchFamily="2" charset="-127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358F443-2FAC-4F9B-AFE0-B4C804EB5400}"/>
                </a:ext>
              </a:extLst>
            </p:cNvPr>
            <p:cNvSpPr txBox="1"/>
            <p:nvPr/>
          </p:nvSpPr>
          <p:spPr>
            <a:xfrm>
              <a:off x="4001730" y="-68825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힘내라는 말보단" panose="02000503000000000000" pitchFamily="2" charset="-127"/>
                  <a:ea typeface="나눔손글씨 힘내라는 말보단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힘내라는 말보단" panose="02000503000000000000" pitchFamily="2" charset="-127"/>
                <a:ea typeface="나눔손글씨 힘내라는 말보단" panose="02000503000000000000" pitchFamily="2" charset="-127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0AD39CD-E895-4330-8A4F-8941254C27C1}"/>
                </a:ext>
              </a:extLst>
            </p:cNvPr>
            <p:cNvSpPr txBox="1"/>
            <p:nvPr/>
          </p:nvSpPr>
          <p:spPr>
            <a:xfrm>
              <a:off x="252689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칼국수" panose="02000503000000000000" pitchFamily="2" charset="-127"/>
                  <a:ea typeface="나눔손글씨 칼국수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칼국수" panose="02000503000000000000" pitchFamily="2" charset="-127"/>
                <a:ea typeface="나눔손글씨 칼국수" panose="02000503000000000000" pitchFamily="2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DCB2001-7AC1-4108-A9B9-18B0CD9A47FE}"/>
                </a:ext>
              </a:extLst>
            </p:cNvPr>
            <p:cNvSpPr txBox="1"/>
            <p:nvPr/>
          </p:nvSpPr>
          <p:spPr>
            <a:xfrm>
              <a:off x="326431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왼손잡이도 예뻐" panose="02000503000000000000" pitchFamily="2" charset="-127"/>
                  <a:ea typeface="나눔손글씨 왼손잡이도 예뻐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왼손잡이도 예뻐" panose="02000503000000000000" pitchFamily="2" charset="-127"/>
                <a:ea typeface="나눔손글씨 왼손잡이도 예뻐" panose="02000503000000000000" pitchFamily="2" charset="-127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AA2D48E-1B95-461E-BFDA-7873ACDBDBA0}"/>
                </a:ext>
              </a:extLst>
            </p:cNvPr>
            <p:cNvSpPr txBox="1"/>
            <p:nvPr/>
          </p:nvSpPr>
          <p:spPr>
            <a:xfrm>
              <a:off x="400173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시우 귀여워" panose="02000503000000000000" pitchFamily="2" charset="-127"/>
                  <a:ea typeface="나눔손글씨 시우 귀여워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시우 귀여워" panose="02000503000000000000" pitchFamily="2" charset="-127"/>
                <a:ea typeface="나눔손글씨 시우 귀여워" panose="02000503000000000000" pitchFamily="2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8614EAF-664E-4996-BC46-C4E4289ECF47}"/>
                </a:ext>
              </a:extLst>
            </p:cNvPr>
            <p:cNvSpPr txBox="1"/>
            <p:nvPr/>
          </p:nvSpPr>
          <p:spPr>
            <a:xfrm>
              <a:off x="1789470" y="-6882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줌마 자유" panose="02000503000000000000" pitchFamily="2" charset="-127"/>
                  <a:ea typeface="나눔손글씨 아줌마 자유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줌마 자유" panose="02000503000000000000" pitchFamily="2" charset="-127"/>
                <a:ea typeface="나눔손글씨 아줌마 자유" panose="02000503000000000000" pitchFamily="2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1FFAA81-8B41-4FFE-9D48-8A5DE4E1AFB8}"/>
                </a:ext>
              </a:extLst>
            </p:cNvPr>
            <p:cNvSpPr txBox="1"/>
            <p:nvPr/>
          </p:nvSpPr>
          <p:spPr>
            <a:xfrm>
              <a:off x="1789470" y="599768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북극성" panose="02000503000000000000" pitchFamily="2" charset="-127"/>
                  <a:ea typeface="나눔손글씨 북극성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북극성" panose="02000503000000000000" pitchFamily="2" charset="-127"/>
                <a:ea typeface="나눔손글씨 북극성" panose="02000503000000000000" pitchFamily="2" charset="-127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4564212-BB24-4E8A-90BB-3DA607D642FA}"/>
                </a:ext>
              </a:extLst>
            </p:cNvPr>
            <p:cNvSpPr txBox="1"/>
            <p:nvPr/>
          </p:nvSpPr>
          <p:spPr>
            <a:xfrm>
              <a:off x="252689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줌마 자유" panose="02000503000000000000" pitchFamily="2" charset="-127"/>
                  <a:ea typeface="나눔손글씨 아줌마 자유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줌마 자유" panose="02000503000000000000" pitchFamily="2" charset="-127"/>
                <a:ea typeface="나눔손글씨 아줌마 자유" panose="02000503000000000000" pitchFamily="2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9734796-90E5-448B-B237-D971AD69B6C5}"/>
                </a:ext>
              </a:extLst>
            </p:cNvPr>
            <p:cNvSpPr txBox="1"/>
            <p:nvPr/>
          </p:nvSpPr>
          <p:spPr>
            <a:xfrm>
              <a:off x="3264310" y="4605324"/>
              <a:ext cx="737420" cy="1015663"/>
            </a:xfrm>
            <a:prstGeom prst="rect">
              <a:avLst/>
            </a:prstGeom>
            <a:noFill/>
            <a:scene3d>
              <a:camera prst="perspectiveBelow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425D99B-5DF3-4703-BFE4-7F14C61CDA8B}"/>
                </a:ext>
              </a:extLst>
            </p:cNvPr>
            <p:cNvSpPr txBox="1"/>
            <p:nvPr/>
          </p:nvSpPr>
          <p:spPr>
            <a:xfrm>
              <a:off x="400173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름드리 꽃나무" panose="02000503000000000000" pitchFamily="2" charset="-127"/>
                  <a:ea typeface="나눔손글씨 아름드리 꽃나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름드리 꽃나무" panose="02000503000000000000" pitchFamily="2" charset="-127"/>
                <a:ea typeface="나눔손글씨 아름드리 꽃나무" panose="02000503000000000000" pitchFamily="2" charset="-127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78FB521-3973-4160-9CB5-CFB28FB30FCA}"/>
                </a:ext>
              </a:extLst>
            </p:cNvPr>
            <p:cNvSpPr txBox="1"/>
            <p:nvPr/>
          </p:nvSpPr>
          <p:spPr>
            <a:xfrm>
              <a:off x="473915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옥비체" panose="02000503000000000000" pitchFamily="2" charset="-127"/>
                  <a:ea typeface="나눔손글씨 옥비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옥비체" panose="02000503000000000000" pitchFamily="2" charset="-127"/>
                <a:ea typeface="나눔손글씨 옥비체" panose="02000503000000000000" pitchFamily="2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644DFBD-0B81-4BC5-A61C-9FEA7FD0406F}"/>
                </a:ext>
              </a:extLst>
            </p:cNvPr>
            <p:cNvSpPr txBox="1"/>
            <p:nvPr/>
          </p:nvSpPr>
          <p:spPr>
            <a:xfrm>
              <a:off x="5476570" y="4605324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암스테르담" panose="02000503000000000000" pitchFamily="2" charset="-127"/>
                  <a:ea typeface="나눔손글씨 암스테르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암스테르담" panose="02000503000000000000" pitchFamily="2" charset="-127"/>
                <a:ea typeface="나눔손글씨 암스테르담" panose="02000503000000000000" pitchFamily="2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EC6915C-5076-4EAF-8445-DA63375D8B15}"/>
                </a:ext>
              </a:extLst>
            </p:cNvPr>
            <p:cNvSpPr txBox="1"/>
            <p:nvPr/>
          </p:nvSpPr>
          <p:spPr>
            <a:xfrm>
              <a:off x="621399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소방관의 기도" panose="02000503000000000000" pitchFamily="2" charset="-127"/>
                  <a:ea typeface="나눔손글씨 소방관의 기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소방관의 기도" panose="02000503000000000000" pitchFamily="2" charset="-127"/>
                <a:ea typeface="나눔손글씨 소방관의 기도" panose="02000503000000000000" pitchFamily="2" charset="-127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2491097-0492-4069-B691-6C467B3A4755}"/>
                </a:ext>
              </a:extLst>
            </p:cNvPr>
            <p:cNvSpPr txBox="1"/>
            <p:nvPr/>
          </p:nvSpPr>
          <p:spPr>
            <a:xfrm>
              <a:off x="695141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비상체" panose="02000503000000000000" pitchFamily="2" charset="-127"/>
                  <a:ea typeface="나눔손글씨 비상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비상체" panose="02000503000000000000" pitchFamily="2" charset="-127"/>
                <a:ea typeface="나눔손글씨 비상체" panose="02000503000000000000" pitchFamily="2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26BDE48-A857-46C5-B965-A8B05E88AA15}"/>
                </a:ext>
              </a:extLst>
            </p:cNvPr>
            <p:cNvSpPr txBox="1"/>
            <p:nvPr/>
          </p:nvSpPr>
          <p:spPr>
            <a:xfrm>
              <a:off x="1789470" y="4605324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왼손잡이도 예뻐" panose="02000503000000000000" pitchFamily="2" charset="-127"/>
                  <a:ea typeface="나눔손글씨 왼손잡이도 예뻐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왼손잡이도 예뻐" panose="02000503000000000000" pitchFamily="2" charset="-127"/>
                <a:ea typeface="나눔손글씨 왼손잡이도 예뻐" panose="02000503000000000000" pitchFamily="2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917B479-271F-4F81-9934-489BAB686710}"/>
                </a:ext>
              </a:extLst>
            </p:cNvPr>
            <p:cNvSpPr txBox="1"/>
            <p:nvPr/>
          </p:nvSpPr>
          <p:spPr>
            <a:xfrm>
              <a:off x="4001730" y="5273917"/>
              <a:ext cx="737420" cy="1015663"/>
            </a:xfrm>
            <a:prstGeom prst="rect">
              <a:avLst/>
            </a:prstGeom>
            <a:noFill/>
            <a:scene3d>
              <a:camera prst="perspectiveContrastingLeftFacing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야근하는 김주임" panose="02000503000000000000" pitchFamily="2" charset="-127"/>
                  <a:ea typeface="나눔손글씨 야근하는 김주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에코" panose="020D0604000000000000" pitchFamily="34" charset="-127"/>
                <a:ea typeface="나눔고딕OTF 에코" panose="020D0604000000000000" pitchFamily="34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CBA2240-4460-4EB7-B702-1591A40DF4C6}"/>
                </a:ext>
              </a:extLst>
            </p:cNvPr>
            <p:cNvSpPr txBox="1"/>
            <p:nvPr/>
          </p:nvSpPr>
          <p:spPr>
            <a:xfrm>
              <a:off x="4739150" y="5273917"/>
              <a:ext cx="737420" cy="1015663"/>
            </a:xfrm>
            <a:prstGeom prst="rect">
              <a:avLst/>
            </a:prstGeom>
            <a:noFill/>
            <a:scene3d>
              <a:camera prst="perspectiveRelaxed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에코 ExtraBold" panose="020D0904000000000000" pitchFamily="34" charset="-127"/>
                  <a:ea typeface="나눔고딕OTF 에코 ExtraBold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에코 ExtraBold" panose="020D0904000000000000" pitchFamily="34" charset="-127"/>
                <a:ea typeface="나눔고딕OTF 에코 ExtraBold" panose="020D0904000000000000" pitchFamily="34" charset="-127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7BC107E-9CFB-481F-94A6-E37A0B860DDB}"/>
                </a:ext>
              </a:extLst>
            </p:cNvPr>
            <p:cNvSpPr txBox="1"/>
            <p:nvPr/>
          </p:nvSpPr>
          <p:spPr>
            <a:xfrm>
              <a:off x="5476570" y="5273917"/>
              <a:ext cx="737420" cy="1015663"/>
            </a:xfrm>
            <a:prstGeom prst="rect">
              <a:avLst/>
            </a:prstGeom>
            <a:noFill/>
            <a:scene3d>
              <a:camera prst="perspectiveHeroicExtremeLeftFacing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행복한 도비" panose="02000503000000000000" pitchFamily="2" charset="-127"/>
                  <a:ea typeface="나눔손글씨 행복한 도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행복한 도비" panose="02000503000000000000" pitchFamily="2" charset="-127"/>
                <a:ea typeface="나눔손글씨 행복한 도비" panose="02000503000000000000" pitchFamily="2" charset="-127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97A577B-7DDB-49AB-B5CD-C997E7AAC387}"/>
                </a:ext>
              </a:extLst>
            </p:cNvPr>
            <p:cNvSpPr txBox="1"/>
            <p:nvPr/>
          </p:nvSpPr>
          <p:spPr>
            <a:xfrm>
              <a:off x="6213990" y="5273917"/>
              <a:ext cx="737420" cy="1015663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바른고딕OTF UltraLight" panose="00000300000000000000" pitchFamily="50" charset="-127"/>
                  <a:ea typeface="나눔바른고딕OTF UltraLight" panose="00000300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바른고딕OTF UltraLight" panose="00000300000000000000" pitchFamily="50" charset="-127"/>
                <a:ea typeface="나눔바른고딕OTF UltraLight" panose="00000300000000000000" pitchFamily="50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EF554B7-3FA8-4D21-B934-A2309947B305}"/>
                </a:ext>
              </a:extLst>
            </p:cNvPr>
            <p:cNvSpPr txBox="1"/>
            <p:nvPr/>
          </p:nvSpPr>
          <p:spPr>
            <a:xfrm>
              <a:off x="6951410" y="5273917"/>
              <a:ext cx="737420" cy="1015663"/>
            </a:xfrm>
            <a:prstGeom prst="rect">
              <a:avLst/>
            </a:prstGeom>
            <a:noFill/>
            <a:scene3d>
              <a:camera prst="perspectiveRelaxedModerately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명조OTF 옛한글" panose="02000503000000000000" pitchFamily="50" charset="-127"/>
                  <a:ea typeface="나눔명조OTF 옛한글" panose="02000503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명조OTF 옛한글" panose="02000503000000000000" pitchFamily="50" charset="-127"/>
                <a:ea typeface="나눔명조OTF 옛한글" panose="02000503000000000000" pitchFamily="50" charset="-127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46466D4-CC4A-4BC7-BB83-3173DDE28A56}"/>
                </a:ext>
              </a:extLst>
            </p:cNvPr>
            <p:cNvSpPr txBox="1"/>
            <p:nvPr/>
          </p:nvSpPr>
          <p:spPr>
            <a:xfrm>
              <a:off x="7688830" y="5273917"/>
              <a:ext cx="737420" cy="1015663"/>
            </a:xfrm>
            <a:prstGeom prst="rect">
              <a:avLst/>
            </a:prstGeom>
            <a:noFill/>
            <a:scene3d>
              <a:camera prst="perspectiveAbove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바른펜OTF" panose="020B0503000000000000" pitchFamily="34" charset="-127"/>
                  <a:ea typeface="나눔바른펜OTF" panose="020B0503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바른펜OTF" panose="020B0503000000000000" pitchFamily="34" charset="-127"/>
                <a:ea typeface="나눔바른펜OTF" panose="020B0503000000000000" pitchFamily="34" charset="-127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EF5DC73-FECC-44DC-9CC8-E1B0FE767CE5}"/>
                </a:ext>
              </a:extLst>
            </p:cNvPr>
            <p:cNvSpPr txBox="1"/>
            <p:nvPr/>
          </p:nvSpPr>
          <p:spPr>
            <a:xfrm>
              <a:off x="8426250" y="5273917"/>
              <a:ext cx="737420" cy="1015663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붓 OTF" panose="03040600000000000000" pitchFamily="66" charset="-127"/>
                  <a:ea typeface="나눔손글씨 붓 OTF" panose="03040600000000000000" pitchFamily="66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붓 OTF" panose="03040600000000000000" pitchFamily="66" charset="-127"/>
                <a:ea typeface="나눔손글씨 붓 OTF" panose="03040600000000000000" pitchFamily="66" charset="-127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6A76A44-DAD0-41C7-B722-479A19896AC3}"/>
                </a:ext>
              </a:extLst>
            </p:cNvPr>
            <p:cNvSpPr txBox="1"/>
            <p:nvPr/>
          </p:nvSpPr>
          <p:spPr>
            <a:xfrm>
              <a:off x="1789470" y="5273917"/>
              <a:ext cx="737420" cy="1015663"/>
            </a:xfrm>
            <a:prstGeom prst="rect">
              <a:avLst/>
            </a:prstGeom>
            <a:noFill/>
            <a:scene3d>
              <a:camera prst="obliqueBottom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ECF7721F-27F9-4167-8736-DC5E7C826F95}"/>
                </a:ext>
              </a:extLst>
            </p:cNvPr>
            <p:cNvSpPr txBox="1"/>
            <p:nvPr/>
          </p:nvSpPr>
          <p:spPr>
            <a:xfrm>
              <a:off x="2526890" y="5273917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엄마사랑" panose="02000503000000000000" pitchFamily="2" charset="-127"/>
                  <a:ea typeface="나눔손글씨 엄마사랑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엄마사랑" panose="02000503000000000000" pitchFamily="2" charset="-127"/>
                <a:ea typeface="나눔손글씨 엄마사랑" panose="02000503000000000000" pitchFamily="2" charset="-127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4D05FE5-BCE0-470D-B26D-EB3D145D9422}"/>
                </a:ext>
              </a:extLst>
            </p:cNvPr>
            <p:cNvSpPr txBox="1"/>
            <p:nvPr/>
          </p:nvSpPr>
          <p:spPr>
            <a:xfrm>
              <a:off x="3264310" y="5273917"/>
              <a:ext cx="737420" cy="1015663"/>
            </a:xfrm>
            <a:prstGeom prst="rect">
              <a:avLst/>
            </a:prstGeom>
            <a:noFill/>
            <a:scene3d>
              <a:camera prst="obliqueBottom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Light" panose="020D0904000000000000" pitchFamily="34" charset="-127"/>
                  <a:ea typeface="나눔고딕OTF Light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FC02905-4F8C-45E8-9D96-5A086CC70819}"/>
                </a:ext>
              </a:extLst>
            </p:cNvPr>
            <p:cNvSpPr txBox="1"/>
            <p:nvPr/>
          </p:nvSpPr>
          <p:spPr>
            <a:xfrm>
              <a:off x="9163670" y="5273917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5E0A4B2-6430-4286-8C95-A4CDA0D7FBEA}"/>
                </a:ext>
              </a:extLst>
            </p:cNvPr>
            <p:cNvSpPr txBox="1"/>
            <p:nvPr/>
          </p:nvSpPr>
          <p:spPr>
            <a:xfrm>
              <a:off x="9901090" y="5273917"/>
              <a:ext cx="737420" cy="1015663"/>
            </a:xfrm>
            <a:prstGeom prst="rect">
              <a:avLst/>
            </a:prstGeom>
            <a:noFill/>
            <a:scene3d>
              <a:camera prst="perspectiveBelow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19A5AC-BD9F-4370-B915-A43BA2DAEA05}"/>
              </a:ext>
            </a:extLst>
          </p:cNvPr>
          <p:cNvSpPr/>
          <p:nvPr/>
        </p:nvSpPr>
        <p:spPr>
          <a:xfrm>
            <a:off x="2526890" y="1737329"/>
            <a:ext cx="7200000" cy="360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05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FF00663-2AF8-40C6-8C6E-5F68B9128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66" y="717176"/>
            <a:ext cx="6375519" cy="3348149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382070-FB6D-42E5-B5EF-103390EACC08}"/>
              </a:ext>
            </a:extLst>
          </p:cNvPr>
          <p:cNvCxnSpPr/>
          <p:nvPr/>
        </p:nvCxnSpPr>
        <p:spPr>
          <a:xfrm>
            <a:off x="1936376" y="3429000"/>
            <a:ext cx="49574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74618FC-BB9C-412C-A8D9-1C521D8E329A}"/>
              </a:ext>
            </a:extLst>
          </p:cNvPr>
          <p:cNvSpPr txBox="1"/>
          <p:nvPr/>
        </p:nvSpPr>
        <p:spPr>
          <a:xfrm>
            <a:off x="11030621" y="2747234"/>
            <a:ext cx="1860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6.95 cm</a:t>
            </a:r>
          </a:p>
          <a:p>
            <a:endParaRPr lang="en-US" altLang="ko-KR" dirty="0"/>
          </a:p>
          <a:p>
            <a:r>
              <a:rPr lang="en-US" altLang="ko-KR" dirty="0"/>
              <a:t>13.77 cm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3CA3513-4289-4745-913F-F88FBE246249}"/>
              </a:ext>
            </a:extLst>
          </p:cNvPr>
          <p:cNvCxnSpPr/>
          <p:nvPr/>
        </p:nvCxnSpPr>
        <p:spPr>
          <a:xfrm>
            <a:off x="6598024" y="842682"/>
            <a:ext cx="0" cy="250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755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2E71B63-BD02-4BC2-A42E-2925D5C63C52}"/>
              </a:ext>
            </a:extLst>
          </p:cNvPr>
          <p:cNvGrpSpPr/>
          <p:nvPr/>
        </p:nvGrpSpPr>
        <p:grpSpPr>
          <a:xfrm>
            <a:off x="2526890" y="1586983"/>
            <a:ext cx="7374200" cy="3690035"/>
            <a:chOff x="2526890" y="1586983"/>
            <a:chExt cx="7374200" cy="369003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966406C-CD36-4F76-B359-9CCAFE95F496}"/>
                </a:ext>
              </a:extLst>
            </p:cNvPr>
            <p:cNvSpPr/>
            <p:nvPr/>
          </p:nvSpPr>
          <p:spPr>
            <a:xfrm>
              <a:off x="2585995" y="1671171"/>
              <a:ext cx="7200001" cy="35998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DE0927-B92F-490E-B159-654C4EF1DBAF}"/>
                </a:ext>
              </a:extLst>
            </p:cNvPr>
            <p:cNvSpPr txBox="1"/>
            <p:nvPr/>
          </p:nvSpPr>
          <p:spPr>
            <a:xfrm>
              <a:off x="2526890" y="1586983"/>
              <a:ext cx="737420" cy="1015663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빙그레 싸만코체" panose="020B0503000000000000" pitchFamily="34" charset="-127"/>
                  <a:ea typeface="빙그레 싸만코체" panose="020B0503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빙그레 싸만코체" panose="020B0503000000000000" pitchFamily="34" charset="-127"/>
                <a:ea typeface="빙그레 싸만코체" panose="020B0503000000000000" pitchFamily="34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6FEA15-2A7B-42D6-B4D2-317ACC90B6EA}"/>
                </a:ext>
              </a:extLst>
            </p:cNvPr>
            <p:cNvSpPr txBox="1"/>
            <p:nvPr/>
          </p:nvSpPr>
          <p:spPr>
            <a:xfrm>
              <a:off x="3264310" y="1586983"/>
              <a:ext cx="737420" cy="1015663"/>
            </a:xfrm>
            <a:prstGeom prst="rect">
              <a:avLst/>
            </a:prstGeom>
            <a:noFill/>
            <a:scene3d>
              <a:camera prst="obliqueBottom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39D352-0B49-4B4F-AFAD-11A4DE2731C5}"/>
                </a:ext>
              </a:extLst>
            </p:cNvPr>
            <p:cNvSpPr txBox="1"/>
            <p:nvPr/>
          </p:nvSpPr>
          <p:spPr>
            <a:xfrm>
              <a:off x="4001730" y="1586983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엄마사랑" panose="02000503000000000000" pitchFamily="2" charset="-127"/>
                  <a:ea typeface="나눔손글씨 엄마사랑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엄마사랑" panose="02000503000000000000" pitchFamily="2" charset="-127"/>
                <a:ea typeface="나눔손글씨 엄마사랑" panose="02000503000000000000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88098F-969F-40B6-9511-51BEAA91E0E3}"/>
                </a:ext>
              </a:extLst>
            </p:cNvPr>
            <p:cNvSpPr txBox="1"/>
            <p:nvPr/>
          </p:nvSpPr>
          <p:spPr>
            <a:xfrm>
              <a:off x="4739150" y="1586983"/>
              <a:ext cx="737420" cy="1015663"/>
            </a:xfrm>
            <a:prstGeom prst="rect">
              <a:avLst/>
            </a:prstGeom>
            <a:noFill/>
            <a:scene3d>
              <a:camera prst="obliqueBottom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Light" panose="020D0904000000000000" pitchFamily="34" charset="-127"/>
                  <a:ea typeface="나눔고딕OTF Light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97875A-7B79-4EDF-A511-B8C82AA9614E}"/>
                </a:ext>
              </a:extLst>
            </p:cNvPr>
            <p:cNvSpPr txBox="1"/>
            <p:nvPr/>
          </p:nvSpPr>
          <p:spPr>
            <a:xfrm>
              <a:off x="5476570" y="1586983"/>
              <a:ext cx="737420" cy="1015663"/>
            </a:xfrm>
            <a:prstGeom prst="rect">
              <a:avLst/>
            </a:prstGeom>
            <a:noFill/>
            <a:scene3d>
              <a:camera prst="perspectiveContrastingLeftFacing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야근하는 김주임" panose="02000503000000000000" pitchFamily="2" charset="-127"/>
                  <a:ea typeface="나눔손글씨 야근하는 김주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에코" panose="020D0604000000000000" pitchFamily="34" charset="-127"/>
                <a:ea typeface="나눔고딕OTF 에코" panose="020D0604000000000000" pitchFamily="34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A27DF1-3146-4074-B90C-0ED158F09039}"/>
                </a:ext>
              </a:extLst>
            </p:cNvPr>
            <p:cNvSpPr txBox="1"/>
            <p:nvPr/>
          </p:nvSpPr>
          <p:spPr>
            <a:xfrm>
              <a:off x="6213990" y="1586983"/>
              <a:ext cx="737420" cy="1015663"/>
            </a:xfrm>
            <a:prstGeom prst="rect">
              <a:avLst/>
            </a:prstGeom>
            <a:noFill/>
            <a:scene3d>
              <a:camera prst="perspectiveRelaxed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에코 ExtraBold" panose="020D0904000000000000" pitchFamily="34" charset="-127"/>
                  <a:ea typeface="나눔고딕OTF 에코 ExtraBold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에코 ExtraBold" panose="020D0904000000000000" pitchFamily="34" charset="-127"/>
                <a:ea typeface="나눔고딕OTF 에코 ExtraBold" panose="020D0904000000000000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1A0FE4-475D-4EE7-B171-2AB804AF1AB4}"/>
                </a:ext>
              </a:extLst>
            </p:cNvPr>
            <p:cNvSpPr txBox="1"/>
            <p:nvPr/>
          </p:nvSpPr>
          <p:spPr>
            <a:xfrm>
              <a:off x="6951410" y="1586983"/>
              <a:ext cx="737420" cy="1015663"/>
            </a:xfrm>
            <a:prstGeom prst="rect">
              <a:avLst/>
            </a:prstGeom>
            <a:noFill/>
            <a:scene3d>
              <a:camera prst="perspectiveHeroicExtremeLeftFacing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행복한 도비" panose="02000503000000000000" pitchFamily="2" charset="-127"/>
                  <a:ea typeface="나눔손글씨 행복한 도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행복한 도비" panose="02000503000000000000" pitchFamily="2" charset="-127"/>
                <a:ea typeface="나눔손글씨 행복한 도비" panose="02000503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936623-0A8C-4428-8A3D-146F398F6BAA}"/>
                </a:ext>
              </a:extLst>
            </p:cNvPr>
            <p:cNvSpPr txBox="1"/>
            <p:nvPr/>
          </p:nvSpPr>
          <p:spPr>
            <a:xfrm>
              <a:off x="7688830" y="1586983"/>
              <a:ext cx="737420" cy="1015663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바른고딕OTF UltraLight" panose="00000300000000000000" pitchFamily="50" charset="-127"/>
                  <a:ea typeface="나눔바른고딕OTF UltraLight" panose="00000300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바른고딕OTF UltraLight" panose="00000300000000000000" pitchFamily="50" charset="-127"/>
                <a:ea typeface="나눔바른고딕OTF UltraLight" panose="000003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CC8110-F3DF-43B1-B012-0DDC610DB025}"/>
                </a:ext>
              </a:extLst>
            </p:cNvPr>
            <p:cNvSpPr txBox="1"/>
            <p:nvPr/>
          </p:nvSpPr>
          <p:spPr>
            <a:xfrm>
              <a:off x="8426250" y="1586983"/>
              <a:ext cx="737420" cy="1015663"/>
            </a:xfrm>
            <a:prstGeom prst="rect">
              <a:avLst/>
            </a:prstGeom>
            <a:noFill/>
            <a:scene3d>
              <a:camera prst="perspectiveRelaxedModerately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명조OTF 옛한글" panose="02000503000000000000" pitchFamily="50" charset="-127"/>
                  <a:ea typeface="나눔명조OTF 옛한글" panose="02000503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명조OTF 옛한글" panose="02000503000000000000" pitchFamily="50" charset="-127"/>
                <a:ea typeface="나눔명조OTF 옛한글" panose="02000503000000000000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8B63C37-DDBB-4C41-867C-CB94495C1172}"/>
                </a:ext>
              </a:extLst>
            </p:cNvPr>
            <p:cNvSpPr txBox="1"/>
            <p:nvPr/>
          </p:nvSpPr>
          <p:spPr>
            <a:xfrm>
              <a:off x="9163670" y="1586983"/>
              <a:ext cx="737420" cy="1015663"/>
            </a:xfrm>
            <a:prstGeom prst="rect">
              <a:avLst/>
            </a:prstGeom>
            <a:noFill/>
            <a:scene3d>
              <a:camera prst="perspectiveAbove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바른펜OTF" panose="020B0503000000000000" pitchFamily="34" charset="-127"/>
                  <a:ea typeface="나눔바른펜OTF" panose="020B0503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바른펜OTF" panose="020B0503000000000000" pitchFamily="34" charset="-127"/>
                <a:ea typeface="나눔바른펜OTF" panose="020B0503000000000000" pitchFamily="34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7DA33FF-005F-4627-B128-9B5C9EFCE145}"/>
                </a:ext>
              </a:extLst>
            </p:cNvPr>
            <p:cNvSpPr txBox="1"/>
            <p:nvPr/>
          </p:nvSpPr>
          <p:spPr>
            <a:xfrm>
              <a:off x="2526890" y="2255576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 네오 OTF Bold" panose="00000800000000000000" pitchFamily="50" charset="-127"/>
                  <a:ea typeface="나눔스퀘어 네오 OTF Bold" panose="00000800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90DBF4B-28FE-4B50-AAE6-917E4C1C7A2B}"/>
                </a:ext>
              </a:extLst>
            </p:cNvPr>
            <p:cNvSpPr txBox="1"/>
            <p:nvPr/>
          </p:nvSpPr>
          <p:spPr>
            <a:xfrm>
              <a:off x="3264310" y="2255576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점꼴체" panose="02000503000000000000" pitchFamily="2" charset="-127"/>
                  <a:ea typeface="나눔손글씨 점꼴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점꼴체" panose="02000503000000000000" pitchFamily="2" charset="-127"/>
                <a:ea typeface="나눔손글씨 점꼴체" panose="02000503000000000000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CF6D12-BFA3-4D2D-8F0C-8BF6C0B114AF}"/>
                </a:ext>
              </a:extLst>
            </p:cNvPr>
            <p:cNvSpPr txBox="1"/>
            <p:nvPr/>
          </p:nvSpPr>
          <p:spPr>
            <a:xfrm>
              <a:off x="4001730" y="2255576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3FA673-6C54-4F1A-BC36-4BD6A27858E3}"/>
                </a:ext>
              </a:extLst>
            </p:cNvPr>
            <p:cNvSpPr txBox="1"/>
            <p:nvPr/>
          </p:nvSpPr>
          <p:spPr>
            <a:xfrm>
              <a:off x="4739150" y="2255576"/>
              <a:ext cx="737420" cy="1015663"/>
            </a:xfrm>
            <a:prstGeom prst="rect">
              <a:avLst/>
            </a:prstGeom>
            <a:noFill/>
            <a:scene3d>
              <a:camera prst="perspectiveBelow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5549DC1-04F8-4949-93E6-9EFDC10B2815}"/>
                </a:ext>
              </a:extLst>
            </p:cNvPr>
            <p:cNvSpPr txBox="1"/>
            <p:nvPr/>
          </p:nvSpPr>
          <p:spPr>
            <a:xfrm>
              <a:off x="5476570" y="2255576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범솜체" panose="02000503000000000000" pitchFamily="2" charset="-127"/>
                  <a:ea typeface="나눔손글씨 범솜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6218268-061B-4A20-BC50-14909215419A}"/>
                </a:ext>
              </a:extLst>
            </p:cNvPr>
            <p:cNvSpPr txBox="1"/>
            <p:nvPr/>
          </p:nvSpPr>
          <p:spPr>
            <a:xfrm>
              <a:off x="6213990" y="2255576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라운드OTF Light" panose="020B0600000101010101" pitchFamily="34" charset="-127"/>
                  <a:ea typeface="나눔스퀘어라운드OTF Light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F4E1D1-984E-4EAB-849F-7786EB67EFD1}"/>
                </a:ext>
              </a:extLst>
            </p:cNvPr>
            <p:cNvSpPr txBox="1"/>
            <p:nvPr/>
          </p:nvSpPr>
          <p:spPr>
            <a:xfrm>
              <a:off x="6951410" y="2255576"/>
              <a:ext cx="737420" cy="1015663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ExtraBold" panose="020D0904000000000000" pitchFamily="34" charset="-127"/>
                  <a:ea typeface="나눔고딕OTF ExtraBold" panose="020D0904000000000000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OTF ExtraBold" panose="020D0904000000000000" pitchFamily="34" charset="-127"/>
                <a:ea typeface="나눔고딕OTF ExtraBold" panose="020D0904000000000000" pitchFamily="34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8A377E7-B44F-44CA-BF1C-6D756ECE3B06}"/>
                </a:ext>
              </a:extLst>
            </p:cNvPr>
            <p:cNvSpPr txBox="1"/>
            <p:nvPr/>
          </p:nvSpPr>
          <p:spPr>
            <a:xfrm>
              <a:off x="7688830" y="2255576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가람연꽃" panose="02000503000000000000" pitchFamily="2" charset="-127"/>
                  <a:ea typeface="나눔손글씨 가람연꽃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가람연꽃" panose="02000503000000000000" pitchFamily="2" charset="-127"/>
                <a:ea typeface="나눔손글씨 가람연꽃" panose="02000503000000000000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15D1123-143F-4716-BF17-C339B06DEE9F}"/>
                </a:ext>
              </a:extLst>
            </p:cNvPr>
            <p:cNvSpPr txBox="1"/>
            <p:nvPr/>
          </p:nvSpPr>
          <p:spPr>
            <a:xfrm>
              <a:off x="8426250" y="2255576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할아버지의나눔" panose="02000503000000000000" pitchFamily="2" charset="-127"/>
                  <a:ea typeface="나눔손글씨 할아버지의나눔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할아버지의나눔" panose="02000503000000000000" pitchFamily="2" charset="-127"/>
                <a:ea typeface="나눔손글씨 할아버지의나눔" panose="02000503000000000000" pitchFamily="2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7CAF6D2-035F-4B1C-A638-0002633ADC5E}"/>
                </a:ext>
              </a:extLst>
            </p:cNvPr>
            <p:cNvSpPr txBox="1"/>
            <p:nvPr/>
          </p:nvSpPr>
          <p:spPr>
            <a:xfrm>
              <a:off x="9163670" y="2255576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중학생" panose="02000503000000000000" pitchFamily="2" charset="-127"/>
                  <a:ea typeface="나눔손글씨 중학생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중학생" panose="02000503000000000000" pitchFamily="2" charset="-127"/>
                <a:ea typeface="나눔손글씨 중학생" panose="02000503000000000000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2980D21-BB13-4FF3-AB59-FC395D00E748}"/>
                </a:ext>
              </a:extLst>
            </p:cNvPr>
            <p:cNvSpPr txBox="1"/>
            <p:nvPr/>
          </p:nvSpPr>
          <p:spPr>
            <a:xfrm>
              <a:off x="2526890" y="2924169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예쁜 민경체" panose="02000503000000000000" pitchFamily="2" charset="-127"/>
                  <a:ea typeface="나눔손글씨 예쁜 민경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예쁜 민경체" panose="02000503000000000000" pitchFamily="2" charset="-127"/>
                <a:ea typeface="나눔손글씨 예쁜 민경체" panose="02000503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2B08176-5857-4BA8-98D8-0C9EE9C9F06C}"/>
                </a:ext>
              </a:extLst>
            </p:cNvPr>
            <p:cNvSpPr txBox="1"/>
            <p:nvPr/>
          </p:nvSpPr>
          <p:spPr>
            <a:xfrm>
              <a:off x="3264310" y="2924169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장미체" panose="02000503000000000000" pitchFamily="2" charset="-127"/>
                  <a:ea typeface="나눔손글씨 장미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장미체" panose="02000503000000000000" pitchFamily="2" charset="-127"/>
                <a:ea typeface="나눔손글씨 장미체" panose="02000503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A2A0AF7-BA4A-4D81-A7C3-A27BBCC1D110}"/>
                </a:ext>
              </a:extLst>
            </p:cNvPr>
            <p:cNvSpPr txBox="1"/>
            <p:nvPr/>
          </p:nvSpPr>
          <p:spPr>
            <a:xfrm>
              <a:off x="4001730" y="2924169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열아홉의 반짝임" panose="02000503000000000000" pitchFamily="2" charset="-127"/>
                  <a:ea typeface="나눔손글씨 열아홉의 반짝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열아홉의 반짝임" panose="02000503000000000000" pitchFamily="2" charset="-127"/>
                <a:ea typeface="나눔손글씨 열아홉의 반짝임" panose="02000503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D43F13D-1C31-4DFF-8E94-AB4ADAC675B7}"/>
                </a:ext>
              </a:extLst>
            </p:cNvPr>
            <p:cNvSpPr txBox="1"/>
            <p:nvPr/>
          </p:nvSpPr>
          <p:spPr>
            <a:xfrm>
              <a:off x="4193893" y="3029498"/>
              <a:ext cx="404019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dirty="0" err="1">
                  <a:solidFill>
                    <a:schemeClr val="bg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ㄴ</a:t>
              </a:r>
              <a:r>
                <a:rPr lang="en-US" altLang="ko-KR" sz="6000" dirty="0">
                  <a:solidFill>
                    <a:schemeClr val="bg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(°0°)</a:t>
              </a:r>
              <a:r>
                <a:rPr lang="ko-KR" altLang="en-US" sz="6000" dirty="0" err="1">
                  <a:solidFill>
                    <a:schemeClr val="bg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ㄱ</a:t>
              </a:r>
              <a:endParaRPr lang="ko-KR" altLang="en-US" sz="3600" dirty="0">
                <a:solidFill>
                  <a:schemeClr val="bg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F7A7D30-DF4F-4D2E-9888-B565DF54DF55}"/>
                </a:ext>
              </a:extLst>
            </p:cNvPr>
            <p:cNvSpPr txBox="1"/>
            <p:nvPr/>
          </p:nvSpPr>
          <p:spPr>
            <a:xfrm>
              <a:off x="7688830" y="2924169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효남 늘 화이팅" panose="02000503000000000000" pitchFamily="2" charset="-127"/>
                  <a:ea typeface="나눔손글씨 효남 늘 화이팅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효남 늘 화이팅" panose="02000503000000000000" pitchFamily="2" charset="-127"/>
                <a:ea typeface="나눔손글씨 효남 늘 화이팅" panose="02000503000000000000" pitchFamily="2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DC2E459-30EC-4A02-8B8E-D7F0D7F35697}"/>
                </a:ext>
              </a:extLst>
            </p:cNvPr>
            <p:cNvSpPr txBox="1"/>
            <p:nvPr/>
          </p:nvSpPr>
          <p:spPr>
            <a:xfrm>
              <a:off x="8426250" y="2924169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칼국수" panose="02000503000000000000" pitchFamily="2" charset="-127"/>
                  <a:ea typeface="나눔손글씨 칼국수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칼국수" panose="02000503000000000000" pitchFamily="2" charset="-127"/>
                <a:ea typeface="나눔손글씨 칼국수" panose="02000503000000000000" pitchFamily="2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9F085E-55EF-46A3-B4FA-739FF5D93C7D}"/>
                </a:ext>
              </a:extLst>
            </p:cNvPr>
            <p:cNvSpPr txBox="1"/>
            <p:nvPr/>
          </p:nvSpPr>
          <p:spPr>
            <a:xfrm>
              <a:off x="9163670" y="2924169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왼손잡이도 예뻐" panose="02000503000000000000" pitchFamily="2" charset="-127"/>
                  <a:ea typeface="나눔손글씨 왼손잡이도 예뻐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왼손잡이도 예뻐" panose="02000503000000000000" pitchFamily="2" charset="-127"/>
                <a:ea typeface="나눔손글씨 왼손잡이도 예뻐" panose="02000503000000000000" pitchFamily="2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01C118C-3733-43CD-948B-D8E5C56F6FBA}"/>
                </a:ext>
              </a:extLst>
            </p:cNvPr>
            <p:cNvSpPr txBox="1"/>
            <p:nvPr/>
          </p:nvSpPr>
          <p:spPr>
            <a:xfrm>
              <a:off x="2526890" y="3592762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정은체" panose="02000503000000000000" pitchFamily="2" charset="-127"/>
                  <a:ea typeface="나눔손글씨 정은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정은체" panose="02000503000000000000" pitchFamily="2" charset="-127"/>
                <a:ea typeface="나눔손글씨 정은체" panose="02000503000000000000" pitchFamily="2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7FDF7BF-74D2-43CC-A14A-7F99759FCDB5}"/>
                </a:ext>
              </a:extLst>
            </p:cNvPr>
            <p:cNvSpPr txBox="1"/>
            <p:nvPr/>
          </p:nvSpPr>
          <p:spPr>
            <a:xfrm>
              <a:off x="3264310" y="3592762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고딕OTF 에코" panose="020D0604000000000000" pitchFamily="34" charset="-127"/>
                  <a:ea typeface="나눔고딕OTF 에코" panose="020D0604000000000000" pitchFamily="34" charset="-127"/>
                </a:rPr>
                <a:t>ㅋ</a:t>
              </a:r>
              <a:endParaRPr lang="ko-KR" altLang="en-US" b="1" dirty="0">
                <a:solidFill>
                  <a:schemeClr val="bg1">
                    <a:lumMod val="50000"/>
                  </a:schemeClr>
                </a:solidFill>
                <a:latin typeface="나눔고딕OTF 에코" panose="020D0604000000000000" pitchFamily="34" charset="-127"/>
                <a:ea typeface="나눔고딕OTF 에코" panose="020D0604000000000000" pitchFamily="34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9320E17-36AD-42A1-AE2C-080F17EB6F14}"/>
                </a:ext>
              </a:extLst>
            </p:cNvPr>
            <p:cNvSpPr txBox="1"/>
            <p:nvPr/>
          </p:nvSpPr>
          <p:spPr>
            <a:xfrm>
              <a:off x="4001730" y="3592762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줌마 자유" panose="02000503000000000000" pitchFamily="2" charset="-127"/>
                  <a:ea typeface="나눔손글씨 아줌마 자유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줌마 자유" panose="02000503000000000000" pitchFamily="2" charset="-127"/>
                <a:ea typeface="나눔손글씨 아줌마 자유" panose="02000503000000000000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7384247-DCAA-488C-BE9E-5E66090281AA}"/>
                </a:ext>
              </a:extLst>
            </p:cNvPr>
            <p:cNvSpPr txBox="1"/>
            <p:nvPr/>
          </p:nvSpPr>
          <p:spPr>
            <a:xfrm>
              <a:off x="4739150" y="3592762"/>
              <a:ext cx="737420" cy="1015663"/>
            </a:xfrm>
            <a:prstGeom prst="rect">
              <a:avLst/>
            </a:prstGeom>
            <a:noFill/>
            <a:scene3d>
              <a:camera prst="perspectiveBelow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F84EE27-0D5A-4B0D-AA7B-8B4AC94B32F1}"/>
                </a:ext>
              </a:extLst>
            </p:cNvPr>
            <p:cNvSpPr txBox="1"/>
            <p:nvPr/>
          </p:nvSpPr>
          <p:spPr>
            <a:xfrm>
              <a:off x="5476570" y="3592762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아름드리 꽃나무" panose="02000503000000000000" pitchFamily="2" charset="-127"/>
                  <a:ea typeface="나눔손글씨 아름드리 꽃나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아름드리 꽃나무" panose="02000503000000000000" pitchFamily="2" charset="-127"/>
                <a:ea typeface="나눔손글씨 아름드리 꽃나무" panose="02000503000000000000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D59A63D-ED20-4742-AD93-346E6A81D846}"/>
                </a:ext>
              </a:extLst>
            </p:cNvPr>
            <p:cNvSpPr txBox="1"/>
            <p:nvPr/>
          </p:nvSpPr>
          <p:spPr>
            <a:xfrm>
              <a:off x="6213990" y="3592762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옥비체" panose="02000503000000000000" pitchFamily="2" charset="-127"/>
                  <a:ea typeface="나눔손글씨 옥비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옥비체" panose="02000503000000000000" pitchFamily="2" charset="-127"/>
                <a:ea typeface="나눔손글씨 옥비체" panose="02000503000000000000" pitchFamily="2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2E2D69-7D92-45BB-892E-AE0EBEBF551B}"/>
                </a:ext>
              </a:extLst>
            </p:cNvPr>
            <p:cNvSpPr txBox="1"/>
            <p:nvPr/>
          </p:nvSpPr>
          <p:spPr>
            <a:xfrm>
              <a:off x="6951410" y="3592762"/>
              <a:ext cx="737420" cy="1015663"/>
            </a:xfrm>
            <a:prstGeom prst="rect">
              <a:avLst/>
            </a:prstGeom>
            <a:noFill/>
            <a:scene3d>
              <a:camera prst="isometricOffAxis2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암스테르담" panose="02000503000000000000" pitchFamily="2" charset="-127"/>
                  <a:ea typeface="나눔손글씨 암스테르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암스테르담" panose="02000503000000000000" pitchFamily="2" charset="-127"/>
                <a:ea typeface="나눔손글씨 암스테르담" panose="02000503000000000000" pitchFamily="2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0869B98-E1F7-425F-A4AC-7FC5DBECA056}"/>
                </a:ext>
              </a:extLst>
            </p:cNvPr>
            <p:cNvSpPr txBox="1"/>
            <p:nvPr/>
          </p:nvSpPr>
          <p:spPr>
            <a:xfrm>
              <a:off x="7688830" y="3592762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소방관의 기도" panose="02000503000000000000" pitchFamily="2" charset="-127"/>
                  <a:ea typeface="나눔손글씨 소방관의 기도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소방관의 기도" panose="02000503000000000000" pitchFamily="2" charset="-127"/>
                <a:ea typeface="나눔손글씨 소방관의 기도" panose="02000503000000000000" pitchFamily="2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247A2E4-E57D-44C2-8EB6-415DE6E103F9}"/>
                </a:ext>
              </a:extLst>
            </p:cNvPr>
            <p:cNvSpPr txBox="1"/>
            <p:nvPr/>
          </p:nvSpPr>
          <p:spPr>
            <a:xfrm>
              <a:off x="8426250" y="3592762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비상체" panose="02000503000000000000" pitchFamily="2" charset="-127"/>
                  <a:ea typeface="나눔손글씨 비상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비상체" panose="02000503000000000000" pitchFamily="2" charset="-127"/>
                <a:ea typeface="나눔손글씨 비상체" panose="02000503000000000000" pitchFamily="2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589AA09-C946-497A-8B42-A5293EB8E755}"/>
                </a:ext>
              </a:extLst>
            </p:cNvPr>
            <p:cNvSpPr txBox="1"/>
            <p:nvPr/>
          </p:nvSpPr>
          <p:spPr>
            <a:xfrm>
              <a:off x="9163670" y="3592762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여름글씨" panose="02000503000000000000" pitchFamily="2" charset="-127"/>
                  <a:ea typeface="나눔손글씨 여름글씨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여름글씨" panose="02000503000000000000" pitchFamily="2" charset="-127"/>
                <a:ea typeface="나눔손글씨 여름글씨" panose="02000503000000000000" pitchFamily="2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9F8AE8A-6A81-4B5F-A713-D0D2D62B9515}"/>
                </a:ext>
              </a:extLst>
            </p:cNvPr>
            <p:cNvSpPr txBox="1"/>
            <p:nvPr/>
          </p:nvSpPr>
          <p:spPr>
            <a:xfrm>
              <a:off x="2526890" y="426135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ACCB2F4-B3BE-4CA3-ABF7-869BDAA8E01B}"/>
                </a:ext>
              </a:extLst>
            </p:cNvPr>
            <p:cNvSpPr txBox="1"/>
            <p:nvPr/>
          </p:nvSpPr>
          <p:spPr>
            <a:xfrm>
              <a:off x="3264310" y="426135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상해찬미체" panose="02000503000000000000" pitchFamily="2" charset="-127"/>
                  <a:ea typeface="나눔손글씨 상해찬미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상해찬미체" panose="02000503000000000000" pitchFamily="2" charset="-127"/>
                <a:ea typeface="나눔손글씨 상해찬미체" panose="02000503000000000000" pitchFamily="2" charset="-12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C891D26-9BC9-4562-A8FE-821297DB54D4}"/>
                </a:ext>
              </a:extLst>
            </p:cNvPr>
            <p:cNvSpPr txBox="1"/>
            <p:nvPr/>
          </p:nvSpPr>
          <p:spPr>
            <a:xfrm>
              <a:off x="4001730" y="426135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북극성" panose="02000503000000000000" pitchFamily="2" charset="-127"/>
                  <a:ea typeface="나눔손글씨 북극성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북극성" panose="02000503000000000000" pitchFamily="2" charset="-127"/>
                <a:ea typeface="나눔손글씨 북극성" panose="02000503000000000000" pitchFamily="2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EA0189B-0747-4FB2-BDF4-93FAB1B376DA}"/>
                </a:ext>
              </a:extLst>
            </p:cNvPr>
            <p:cNvSpPr txBox="1"/>
            <p:nvPr/>
          </p:nvSpPr>
          <p:spPr>
            <a:xfrm>
              <a:off x="4739150" y="426135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상해찬미체" panose="02000503000000000000" pitchFamily="2" charset="-127"/>
                  <a:ea typeface="나눔손글씨 상해찬미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상해찬미체" panose="02000503000000000000" pitchFamily="2" charset="-127"/>
                <a:ea typeface="나눔손글씨 상해찬미체" panose="02000503000000000000" pitchFamily="2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F34C2B9-B949-4CB5-8FF9-D65E1DAF9BAB}"/>
                </a:ext>
              </a:extLst>
            </p:cNvPr>
            <p:cNvSpPr txBox="1"/>
            <p:nvPr/>
          </p:nvSpPr>
          <p:spPr>
            <a:xfrm>
              <a:off x="5476570" y="426135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D0D67D3-6D6D-4F36-BE59-735D19837E85}"/>
                </a:ext>
              </a:extLst>
            </p:cNvPr>
            <p:cNvSpPr txBox="1"/>
            <p:nvPr/>
          </p:nvSpPr>
          <p:spPr>
            <a:xfrm>
              <a:off x="6213990" y="426135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부장님 눈치체" panose="02000503000000000000" pitchFamily="2" charset="-127"/>
                  <a:ea typeface="나눔손글씨 부장님 눈치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부장님 눈치체" panose="02000503000000000000" pitchFamily="2" charset="-127"/>
                <a:ea typeface="나눔손글씨 부장님 눈치체" panose="02000503000000000000" pitchFamily="2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06135F2-4B40-49C5-B197-8501BCB27087}"/>
                </a:ext>
              </a:extLst>
            </p:cNvPr>
            <p:cNvSpPr txBox="1"/>
            <p:nvPr/>
          </p:nvSpPr>
          <p:spPr>
            <a:xfrm>
              <a:off x="6951410" y="426135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안쌍체" panose="02000503000000000000" pitchFamily="2" charset="-127"/>
                  <a:ea typeface="나눔손글씨 안쌍체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안쌍체" panose="02000503000000000000" pitchFamily="2" charset="-127"/>
                <a:ea typeface="나눔손글씨 안쌍체" panose="02000503000000000000" pitchFamily="2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8845546-B93B-41A3-9653-1485F8B13798}"/>
                </a:ext>
              </a:extLst>
            </p:cNvPr>
            <p:cNvSpPr txBox="1"/>
            <p:nvPr/>
          </p:nvSpPr>
          <p:spPr>
            <a:xfrm>
              <a:off x="7688830" y="426135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수줍은 대학생" panose="02000503000000000000" pitchFamily="2" charset="-127"/>
                  <a:ea typeface="나눔손글씨 수줍은 대학생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수줍은 대학생" panose="02000503000000000000" pitchFamily="2" charset="-127"/>
                <a:ea typeface="나눔손글씨 수줍은 대학생" panose="02000503000000000000" pitchFamily="2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AA03C66-5A94-42F5-B390-131C31D1A165}"/>
                </a:ext>
              </a:extLst>
            </p:cNvPr>
            <p:cNvSpPr txBox="1"/>
            <p:nvPr/>
          </p:nvSpPr>
          <p:spPr>
            <a:xfrm>
              <a:off x="8426250" y="4261355"/>
              <a:ext cx="7374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백의의 천사" panose="02000503000000000000" pitchFamily="2" charset="-127"/>
                  <a:ea typeface="나눔손글씨 백의의 천사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백의의 천사" panose="02000503000000000000" pitchFamily="2" charset="-127"/>
                <a:ea typeface="나눔손글씨 백의의 천사" panose="02000503000000000000" pitchFamily="2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BF3C100-B318-4EEF-B10B-A44E8303685D}"/>
                </a:ext>
              </a:extLst>
            </p:cNvPr>
            <p:cNvSpPr txBox="1"/>
            <p:nvPr/>
          </p:nvSpPr>
          <p:spPr>
            <a:xfrm>
              <a:off x="9163670" y="4261355"/>
              <a:ext cx="737420" cy="1015663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b="1" dirty="0" err="1">
                  <a:solidFill>
                    <a:schemeClr val="bg1">
                      <a:lumMod val="50000"/>
                    </a:schemeClr>
                  </a:solidFill>
                  <a:latin typeface="나눔손글씨 바른히피" panose="02000503000000000000" pitchFamily="2" charset="-127"/>
                  <a:ea typeface="나눔손글씨 바른히피" panose="02000503000000000000" pitchFamily="2" charset="-127"/>
                </a:rPr>
                <a:t>ㅋ</a:t>
              </a:r>
              <a:endPara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손글씨 바른히피" panose="02000503000000000000" pitchFamily="2" charset="-127"/>
                <a:ea typeface="나눔손글씨 바른히피" panose="02000503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29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>
            <a:extLst>
              <a:ext uri="{FF2B5EF4-FFF2-40B4-BE49-F238E27FC236}">
                <a16:creationId xmlns:a16="http://schemas.microsoft.com/office/drawing/2014/main" id="{34F8A319-4BAD-4AA1-AEED-A73C8F44E7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5" t="6152" r="4371" b="9731"/>
          <a:stretch/>
        </p:blipFill>
        <p:spPr>
          <a:xfrm>
            <a:off x="642108" y="2166538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51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56685F76-3AB2-40B0-AD1D-9A180F6F12B9}"/>
              </a:ext>
            </a:extLst>
          </p:cNvPr>
          <p:cNvSpPr/>
          <p:nvPr/>
        </p:nvSpPr>
        <p:spPr>
          <a:xfrm>
            <a:off x="3169748" y="1396521"/>
            <a:ext cx="2057400" cy="20574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830EEE5-B1C4-45AB-AEFB-C327692E44C3}"/>
              </a:ext>
            </a:extLst>
          </p:cNvPr>
          <p:cNvSpPr/>
          <p:nvPr/>
        </p:nvSpPr>
        <p:spPr>
          <a:xfrm>
            <a:off x="5986283" y="1396521"/>
            <a:ext cx="2057400" cy="20574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67DEC1D-242C-4867-A16B-CADC1942A1F3}"/>
              </a:ext>
            </a:extLst>
          </p:cNvPr>
          <p:cNvSpPr/>
          <p:nvPr/>
        </p:nvSpPr>
        <p:spPr>
          <a:xfrm>
            <a:off x="9045741" y="1396521"/>
            <a:ext cx="2057400" cy="205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0F26C7D-0CC8-43B9-A33E-6B54A7B3E847}"/>
              </a:ext>
            </a:extLst>
          </p:cNvPr>
          <p:cNvSpPr/>
          <p:nvPr/>
        </p:nvSpPr>
        <p:spPr>
          <a:xfrm>
            <a:off x="502175" y="1396521"/>
            <a:ext cx="2057400" cy="2057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208DA5-C7B7-466A-9731-37B2294CD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75" y="1572734"/>
            <a:ext cx="1828800" cy="1704975"/>
          </a:xfrm>
          <a:prstGeom prst="rect">
            <a:avLst/>
          </a:prstGeom>
          <a:noFill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C7171F6-F2AE-40D6-BAAE-7E8A7AC03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048" y="1572734"/>
            <a:ext cx="1828800" cy="1704975"/>
          </a:xfrm>
          <a:prstGeom prst="rect">
            <a:avLst/>
          </a:prstGeom>
          <a:noFill/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FB5EA2-4D8E-4131-B140-8246726FE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83" y="1572734"/>
            <a:ext cx="1828800" cy="1704975"/>
          </a:xfrm>
          <a:prstGeom prst="rect">
            <a:avLst/>
          </a:prstGeom>
          <a:noFill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C8A01B9-24C7-4D84-9695-D56236DDC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041" y="1572734"/>
            <a:ext cx="1828800" cy="17049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2944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164</Words>
  <Application>Microsoft Office PowerPoint</Application>
  <PresentationFormat>와이드스크린</PresentationFormat>
  <Paragraphs>155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3" baseType="lpstr">
      <vt:lpstr>나눔고딕OTF</vt:lpstr>
      <vt:lpstr>나눔고딕OTF ExtraBold</vt:lpstr>
      <vt:lpstr>나눔고딕OTF Light</vt:lpstr>
      <vt:lpstr>나눔고딕OTF 에코</vt:lpstr>
      <vt:lpstr>나눔고딕OTF 에코 ExtraBold</vt:lpstr>
      <vt:lpstr>나눔명조OTF ExtraBold</vt:lpstr>
      <vt:lpstr>나눔명조OTF 옛한글</vt:lpstr>
      <vt:lpstr>나눔바른고딕OTF UltraLight</vt:lpstr>
      <vt:lpstr>나눔바른펜OTF</vt:lpstr>
      <vt:lpstr>나눔손글씨 가람연꽃</vt:lpstr>
      <vt:lpstr>나눔손글씨 바른히피</vt:lpstr>
      <vt:lpstr>나눔손글씨 백의의 천사</vt:lpstr>
      <vt:lpstr>나눔손글씨 범솜체</vt:lpstr>
      <vt:lpstr>나눔손글씨 부장님 눈치체</vt:lpstr>
      <vt:lpstr>나눔손글씨 북극성</vt:lpstr>
      <vt:lpstr>나눔손글씨 붓 OTF</vt:lpstr>
      <vt:lpstr>나눔손글씨 비상체</vt:lpstr>
      <vt:lpstr>나눔손글씨 빵구니맘 손글씨</vt:lpstr>
      <vt:lpstr>나눔손글씨 상해찬미체</vt:lpstr>
      <vt:lpstr>나눔손글씨 소방관의 기도</vt:lpstr>
      <vt:lpstr>나눔손글씨 수줍은 대학생</vt:lpstr>
      <vt:lpstr>나눔손글씨 시우 귀여워</vt:lpstr>
      <vt:lpstr>나눔손글씨 신혼부부</vt:lpstr>
      <vt:lpstr>나눔손글씨 아름드리 꽃나무</vt:lpstr>
      <vt:lpstr>나눔손글씨 아빠글씨</vt:lpstr>
      <vt:lpstr>나눔손글씨 아줌마 자유</vt:lpstr>
      <vt:lpstr>나눔손글씨 안쌍체</vt:lpstr>
      <vt:lpstr>나눔손글씨 암스테르담</vt:lpstr>
      <vt:lpstr>나눔손글씨 야근하는 김주임</vt:lpstr>
      <vt:lpstr>나눔손글씨 엄마사랑</vt:lpstr>
      <vt:lpstr>나눔손글씨 여름글씨</vt:lpstr>
      <vt:lpstr>나눔손글씨 열아홉의 반짝임</vt:lpstr>
      <vt:lpstr>나눔손글씨 예당체</vt:lpstr>
      <vt:lpstr>나눔손글씨 예쁜 민경체</vt:lpstr>
      <vt:lpstr>나눔손글씨 옥비체</vt:lpstr>
      <vt:lpstr>나눔손글씨 왼손잡이도 예뻐</vt:lpstr>
      <vt:lpstr>나눔손글씨 장미체</vt:lpstr>
      <vt:lpstr>나눔손글씨 점꼴체</vt:lpstr>
      <vt:lpstr>나눔손글씨 정은체</vt:lpstr>
      <vt:lpstr>나눔손글씨 중학생</vt:lpstr>
      <vt:lpstr>나눔손글씨 칼국수</vt:lpstr>
      <vt:lpstr>나눔손글씨 펜 OTF</vt:lpstr>
      <vt:lpstr>나눔손글씨 할아버지의나눔</vt:lpstr>
      <vt:lpstr>나눔손글씨 행복한 도비</vt:lpstr>
      <vt:lpstr>나눔손글씨 효남 늘 화이팅</vt:lpstr>
      <vt:lpstr>나눔손글씨 힘내라는 말보단</vt:lpstr>
      <vt:lpstr>나눔스퀘어 네오 OTF Bold</vt:lpstr>
      <vt:lpstr>나눔스퀘어 네오 OTF Heavy</vt:lpstr>
      <vt:lpstr>나눔스퀘어OTF_ac</vt:lpstr>
      <vt:lpstr>나눔스퀘어라운드OTF ExtraBold</vt:lpstr>
      <vt:lpstr>나눔스퀘어라운드OTF Light</vt:lpstr>
      <vt:lpstr>나눔스퀘어라운드OTF Regular</vt:lpstr>
      <vt:lpstr>맑은 고딕</vt:lpstr>
      <vt:lpstr>메이플스토리</vt:lpstr>
      <vt:lpstr>배달의민족 연성 OTF</vt:lpstr>
      <vt:lpstr>빙그레 싸만코체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maeun</dc:creator>
  <cp:lastModifiedBy>maeun</cp:lastModifiedBy>
  <cp:revision>11</cp:revision>
  <dcterms:created xsi:type="dcterms:W3CDTF">2023-05-30T11:06:27Z</dcterms:created>
  <dcterms:modified xsi:type="dcterms:W3CDTF">2024-08-15T02:39:08Z</dcterms:modified>
</cp:coreProperties>
</file>